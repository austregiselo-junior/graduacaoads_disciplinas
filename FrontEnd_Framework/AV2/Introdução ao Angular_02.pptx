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sldIdLst>
    <p:sldId id="271" r:id="rId5"/>
    <p:sldId id="272" r:id="rId6"/>
    <p:sldId id="273" r:id="rId7"/>
    <p:sldId id="274" r:id="rId8"/>
    <p:sldId id="275" r:id="rId9"/>
    <p:sldId id="276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s Bernardino de Lima" userId="d657eb67-de73-4613-89cd-f7a0298faf60" providerId="ADAL" clId="{B9F16B3E-3E7D-472E-9E3F-FC610077F097}"/>
    <pc:docChg chg="undo custSel addSld modSld sldOrd">
      <pc:chgData name="Jonas Bernardino de Lima" userId="d657eb67-de73-4613-89cd-f7a0298faf60" providerId="ADAL" clId="{B9F16B3E-3E7D-472E-9E3F-FC610077F097}" dt="2024-10-24T22:51:08.908" v="484" actId="20577"/>
      <pc:docMkLst>
        <pc:docMk/>
      </pc:docMkLst>
      <pc:sldChg chg="addSp delSp modSp mod">
        <pc:chgData name="Jonas Bernardino de Lima" userId="d657eb67-de73-4613-89cd-f7a0298faf60" providerId="ADAL" clId="{B9F16B3E-3E7D-472E-9E3F-FC610077F097}" dt="2024-10-24T21:14:57.776" v="480" actId="14100"/>
        <pc:sldMkLst>
          <pc:docMk/>
          <pc:sldMk cId="2542491649" sldId="256"/>
        </pc:sldMkLst>
      </pc:sldChg>
      <pc:sldChg chg="addSp delSp modSp new mod setBg modAnim">
        <pc:chgData name="Jonas Bernardino de Lima" userId="d657eb67-de73-4613-89cd-f7a0298faf60" providerId="ADAL" clId="{B9F16B3E-3E7D-472E-9E3F-FC610077F097}" dt="2024-10-23T03:35:13.096" v="14"/>
        <pc:sldMkLst>
          <pc:docMk/>
          <pc:sldMk cId="1251093969" sldId="259"/>
        </pc:sldMkLst>
      </pc:sldChg>
      <pc:sldChg chg="addSp modSp new mod ord">
        <pc:chgData name="Jonas Bernardino de Lima" userId="d657eb67-de73-4613-89cd-f7a0298faf60" providerId="ADAL" clId="{B9F16B3E-3E7D-472E-9E3F-FC610077F097}" dt="2024-10-24T22:51:08.908" v="484" actId="20577"/>
        <pc:sldMkLst>
          <pc:docMk/>
          <pc:sldMk cId="2787141633" sldId="260"/>
        </pc:sldMkLst>
      </pc:sldChg>
      <pc:sldChg chg="addSp modSp new mod setBg">
        <pc:chgData name="Jonas Bernardino de Lima" userId="d657eb67-de73-4613-89cd-f7a0298faf60" providerId="ADAL" clId="{B9F16B3E-3E7D-472E-9E3F-FC610077F097}" dt="2024-10-23T03:52:41.296" v="259" actId="113"/>
        <pc:sldMkLst>
          <pc:docMk/>
          <pc:sldMk cId="1033353272" sldId="261"/>
        </pc:sldMkLst>
      </pc:sldChg>
      <pc:sldChg chg="addSp delSp modSp new mod setBg">
        <pc:chgData name="Jonas Bernardino de Lima" userId="d657eb67-de73-4613-89cd-f7a0298faf60" providerId="ADAL" clId="{B9F16B3E-3E7D-472E-9E3F-FC610077F097}" dt="2024-10-23T03:42:06.237" v="121" actId="1076"/>
        <pc:sldMkLst>
          <pc:docMk/>
          <pc:sldMk cId="3033552037" sldId="262"/>
        </pc:sldMkLst>
      </pc:sldChg>
      <pc:sldChg chg="modSp new mod">
        <pc:chgData name="Jonas Bernardino de Lima" userId="d657eb67-de73-4613-89cd-f7a0298faf60" providerId="ADAL" clId="{B9F16B3E-3E7D-472E-9E3F-FC610077F097}" dt="2024-10-23T03:45:54.920" v="156" actId="27636"/>
        <pc:sldMkLst>
          <pc:docMk/>
          <pc:sldMk cId="3643509139" sldId="263"/>
        </pc:sldMkLst>
      </pc:sldChg>
      <pc:sldChg chg="addSp delSp modSp new mod setBg">
        <pc:chgData name="Jonas Bernardino de Lima" userId="d657eb67-de73-4613-89cd-f7a0298faf60" providerId="ADAL" clId="{B9F16B3E-3E7D-472E-9E3F-FC610077F097}" dt="2024-10-23T03:58:22.530" v="269" actId="13926"/>
        <pc:sldMkLst>
          <pc:docMk/>
          <pc:sldMk cId="1446987360" sldId="264"/>
        </pc:sldMkLst>
      </pc:sldChg>
      <pc:sldChg chg="addSp delSp modSp add mod">
        <pc:chgData name="Jonas Bernardino de Lima" userId="d657eb67-de73-4613-89cd-f7a0298faf60" providerId="ADAL" clId="{B9F16B3E-3E7D-472E-9E3F-FC610077F097}" dt="2024-10-23T04:00:12.970" v="295" actId="14100"/>
        <pc:sldMkLst>
          <pc:docMk/>
          <pc:sldMk cId="776721998" sldId="265"/>
        </pc:sldMkLst>
      </pc:sldChg>
      <pc:sldChg chg="addSp modSp new mod">
        <pc:chgData name="Jonas Bernardino de Lima" userId="d657eb67-de73-4613-89cd-f7a0298faf60" providerId="ADAL" clId="{B9F16B3E-3E7D-472E-9E3F-FC610077F097}" dt="2024-10-23T04:01:49.276" v="321" actId="113"/>
        <pc:sldMkLst>
          <pc:docMk/>
          <pc:sldMk cId="2084941030" sldId="266"/>
        </pc:sldMkLst>
      </pc:sldChg>
      <pc:sldChg chg="addSp delSp modSp new mod">
        <pc:chgData name="Jonas Bernardino de Lima" userId="d657eb67-de73-4613-89cd-f7a0298faf60" providerId="ADAL" clId="{B9F16B3E-3E7D-472E-9E3F-FC610077F097}" dt="2024-10-23T04:04:32.182" v="368" actId="115"/>
        <pc:sldMkLst>
          <pc:docMk/>
          <pc:sldMk cId="2729170058" sldId="267"/>
        </pc:sldMkLst>
      </pc:sldChg>
      <pc:sldChg chg="addSp delSp modSp new mod setBg">
        <pc:chgData name="Jonas Bernardino de Lima" userId="d657eb67-de73-4613-89cd-f7a0298faf60" providerId="ADAL" clId="{B9F16B3E-3E7D-472E-9E3F-FC610077F097}" dt="2024-10-23T04:08:12.681" v="388" actId="207"/>
        <pc:sldMkLst>
          <pc:docMk/>
          <pc:sldMk cId="1476585880" sldId="268"/>
        </pc:sldMkLst>
      </pc:sldChg>
      <pc:sldChg chg="addSp delSp modSp new mod setBg">
        <pc:chgData name="Jonas Bernardino de Lima" userId="d657eb67-de73-4613-89cd-f7a0298faf60" providerId="ADAL" clId="{B9F16B3E-3E7D-472E-9E3F-FC610077F097}" dt="2024-10-23T04:09:08.134" v="401" actId="26606"/>
        <pc:sldMkLst>
          <pc:docMk/>
          <pc:sldMk cId="903827317" sldId="269"/>
        </pc:sldMkLst>
      </pc:sldChg>
      <pc:sldChg chg="addSp modSp new mod">
        <pc:chgData name="Jonas Bernardino de Lima" userId="d657eb67-de73-4613-89cd-f7a0298faf60" providerId="ADAL" clId="{B9F16B3E-3E7D-472E-9E3F-FC610077F097}" dt="2024-10-23T04:21:27.185" v="468"/>
        <pc:sldMkLst>
          <pc:docMk/>
          <pc:sldMk cId="3821142021" sldId="270"/>
        </pc:sldMkLst>
      </pc:sldChg>
      <pc:sldChg chg="delSp add setBg delDesignElem">
        <pc:chgData name="Jonas Bernardino de Lima" userId="d657eb67-de73-4613-89cd-f7a0298faf60" providerId="ADAL" clId="{B9F16B3E-3E7D-472E-9E3F-FC610077F097}" dt="2024-10-23T04:22:16.223" v="470"/>
        <pc:sldMkLst>
          <pc:docMk/>
          <pc:sldMk cId="870041456" sldId="271"/>
        </pc:sldMkLst>
      </pc:sldChg>
      <pc:sldChg chg="addSp delSp modSp new mod">
        <pc:chgData name="Jonas Bernardino de Lima" userId="d657eb67-de73-4613-89cd-f7a0298faf60" providerId="ADAL" clId="{B9F16B3E-3E7D-472E-9E3F-FC610077F097}" dt="2024-10-23T04:23:33.340" v="474" actId="22"/>
        <pc:sldMkLst>
          <pc:docMk/>
          <pc:sldMk cId="1408389860" sldId="272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19B6A2-C39E-4928-8B2B-D03BD0216B0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E1B646C-20B8-4093-AA06-F3B90627EFC4}">
      <dgm:prSet/>
      <dgm:spPr/>
      <dgm:t>
        <a:bodyPr/>
        <a:lstStyle/>
        <a:p>
          <a:r>
            <a:rPr lang="pt-BR"/>
            <a:t>Uma aplicação Angular é baseada em componentes. </a:t>
          </a:r>
          <a:endParaRPr lang="en-US"/>
        </a:p>
      </dgm:t>
    </dgm:pt>
    <dgm:pt modelId="{B55FC193-E4C7-420E-A99D-395F1047D20E}" type="parTrans" cxnId="{B92135D4-20D6-423E-BB49-408164109D83}">
      <dgm:prSet/>
      <dgm:spPr/>
      <dgm:t>
        <a:bodyPr/>
        <a:lstStyle/>
        <a:p>
          <a:endParaRPr lang="en-US"/>
        </a:p>
      </dgm:t>
    </dgm:pt>
    <dgm:pt modelId="{248FC93F-1E77-40D9-8854-547F8F059622}" type="sibTrans" cxnId="{B92135D4-20D6-423E-BB49-408164109D83}">
      <dgm:prSet/>
      <dgm:spPr/>
      <dgm:t>
        <a:bodyPr/>
        <a:lstStyle/>
        <a:p>
          <a:endParaRPr lang="en-US"/>
        </a:p>
      </dgm:t>
    </dgm:pt>
    <dgm:pt modelId="{A1B37EA7-689A-44B2-BCC8-DCADA5510D45}">
      <dgm:prSet/>
      <dgm:spPr/>
      <dgm:t>
        <a:bodyPr/>
        <a:lstStyle/>
        <a:p>
          <a:r>
            <a:rPr lang="pt-BR"/>
            <a:t>Com eles, podemos encapsular comportamentos e regras da interface, tornando a criação de aplicações muito mais simples e organizada.</a:t>
          </a:r>
          <a:endParaRPr lang="en-US"/>
        </a:p>
      </dgm:t>
    </dgm:pt>
    <dgm:pt modelId="{208B84DD-882B-442C-9976-8FD20F5C302D}" type="parTrans" cxnId="{FF0F25DA-E537-40F4-A4EE-7488E38627F9}">
      <dgm:prSet/>
      <dgm:spPr/>
      <dgm:t>
        <a:bodyPr/>
        <a:lstStyle/>
        <a:p>
          <a:endParaRPr lang="en-US"/>
        </a:p>
      </dgm:t>
    </dgm:pt>
    <dgm:pt modelId="{F03970EE-5D1E-4483-9B16-12BF024D3088}" type="sibTrans" cxnId="{FF0F25DA-E537-40F4-A4EE-7488E38627F9}">
      <dgm:prSet/>
      <dgm:spPr/>
      <dgm:t>
        <a:bodyPr/>
        <a:lstStyle/>
        <a:p>
          <a:endParaRPr lang="en-US"/>
        </a:p>
      </dgm:t>
    </dgm:pt>
    <dgm:pt modelId="{BD7AE6A8-6F4D-4B95-B544-ADBDBDBA9081}">
      <dgm:prSet/>
      <dgm:spPr/>
      <dgm:t>
        <a:bodyPr/>
        <a:lstStyle/>
        <a:p>
          <a:r>
            <a:rPr lang="pt-BR"/>
            <a:t>Além disso, um componente pode encapsular outros componentes, permitindo a construção de interfaces modulares e reutilizáveis</a:t>
          </a:r>
          <a:endParaRPr lang="en-US"/>
        </a:p>
      </dgm:t>
    </dgm:pt>
    <dgm:pt modelId="{64594F38-4BC6-4D97-A9D6-1880A45FE7E7}" type="parTrans" cxnId="{67CEC65B-00EC-4C45-9B38-083AD2C62C2B}">
      <dgm:prSet/>
      <dgm:spPr/>
      <dgm:t>
        <a:bodyPr/>
        <a:lstStyle/>
        <a:p>
          <a:endParaRPr lang="en-US"/>
        </a:p>
      </dgm:t>
    </dgm:pt>
    <dgm:pt modelId="{58D88BE6-71BF-4FAB-9DFE-C2979A8DBB79}" type="sibTrans" cxnId="{67CEC65B-00EC-4C45-9B38-083AD2C62C2B}">
      <dgm:prSet/>
      <dgm:spPr/>
      <dgm:t>
        <a:bodyPr/>
        <a:lstStyle/>
        <a:p>
          <a:endParaRPr lang="en-US"/>
        </a:p>
      </dgm:t>
    </dgm:pt>
    <dgm:pt modelId="{1F8E0A3A-58D1-4158-AC65-155AEF504189}" type="pres">
      <dgm:prSet presAssocID="{5D19B6A2-C39E-4928-8B2B-D03BD0216B09}" presName="root" presStyleCnt="0">
        <dgm:presLayoutVars>
          <dgm:dir/>
          <dgm:resizeHandles val="exact"/>
        </dgm:presLayoutVars>
      </dgm:prSet>
      <dgm:spPr/>
    </dgm:pt>
    <dgm:pt modelId="{4E5A6D61-C7AC-4968-8792-2B3A5E898FA2}" type="pres">
      <dgm:prSet presAssocID="{0E1B646C-20B8-4093-AA06-F3B90627EFC4}" presName="compNode" presStyleCnt="0"/>
      <dgm:spPr/>
    </dgm:pt>
    <dgm:pt modelId="{5E66BC77-5B68-4129-BC2E-B953812EE8E6}" type="pres">
      <dgm:prSet presAssocID="{0E1B646C-20B8-4093-AA06-F3B90627EFC4}" presName="bgRect" presStyleLbl="bgShp" presStyleIdx="0" presStyleCnt="3"/>
      <dgm:spPr/>
    </dgm:pt>
    <dgm:pt modelId="{22B99249-87DF-4343-A389-56D9BBD36F83}" type="pres">
      <dgm:prSet presAssocID="{0E1B646C-20B8-4093-AA06-F3B90627EFC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1649AD40-AC31-4AD4-B224-187226894962}" type="pres">
      <dgm:prSet presAssocID="{0E1B646C-20B8-4093-AA06-F3B90627EFC4}" presName="spaceRect" presStyleCnt="0"/>
      <dgm:spPr/>
    </dgm:pt>
    <dgm:pt modelId="{DCE2AC27-E328-456D-B872-2725F85768FB}" type="pres">
      <dgm:prSet presAssocID="{0E1B646C-20B8-4093-AA06-F3B90627EFC4}" presName="parTx" presStyleLbl="revTx" presStyleIdx="0" presStyleCnt="3">
        <dgm:presLayoutVars>
          <dgm:chMax val="0"/>
          <dgm:chPref val="0"/>
        </dgm:presLayoutVars>
      </dgm:prSet>
      <dgm:spPr/>
    </dgm:pt>
    <dgm:pt modelId="{A9C41AB9-4532-4FD3-9012-A7A9BBFB91FA}" type="pres">
      <dgm:prSet presAssocID="{248FC93F-1E77-40D9-8854-547F8F059622}" presName="sibTrans" presStyleCnt="0"/>
      <dgm:spPr/>
    </dgm:pt>
    <dgm:pt modelId="{2986A2BD-5AB0-494E-BF93-3F14F5992959}" type="pres">
      <dgm:prSet presAssocID="{A1B37EA7-689A-44B2-BCC8-DCADA5510D45}" presName="compNode" presStyleCnt="0"/>
      <dgm:spPr/>
    </dgm:pt>
    <dgm:pt modelId="{B6BB725D-B831-44A9-947F-2E415CC840A6}" type="pres">
      <dgm:prSet presAssocID="{A1B37EA7-689A-44B2-BCC8-DCADA5510D45}" presName="bgRect" presStyleLbl="bgShp" presStyleIdx="1" presStyleCnt="3"/>
      <dgm:spPr/>
    </dgm:pt>
    <dgm:pt modelId="{32404606-9982-41C3-B5B6-02808F2CEA2A}" type="pres">
      <dgm:prSet presAssocID="{A1B37EA7-689A-44B2-BCC8-DCADA5510D4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A9265F55-69B2-47EE-A160-1942212A53F2}" type="pres">
      <dgm:prSet presAssocID="{A1B37EA7-689A-44B2-BCC8-DCADA5510D45}" presName="spaceRect" presStyleCnt="0"/>
      <dgm:spPr/>
    </dgm:pt>
    <dgm:pt modelId="{5FBEFE1C-EAFA-4DFD-9EB1-A0A5A6DC8A74}" type="pres">
      <dgm:prSet presAssocID="{A1B37EA7-689A-44B2-BCC8-DCADA5510D45}" presName="parTx" presStyleLbl="revTx" presStyleIdx="1" presStyleCnt="3">
        <dgm:presLayoutVars>
          <dgm:chMax val="0"/>
          <dgm:chPref val="0"/>
        </dgm:presLayoutVars>
      </dgm:prSet>
      <dgm:spPr/>
    </dgm:pt>
    <dgm:pt modelId="{5681E1F2-00D2-463E-9C08-63C39741F7E1}" type="pres">
      <dgm:prSet presAssocID="{F03970EE-5D1E-4483-9B16-12BF024D3088}" presName="sibTrans" presStyleCnt="0"/>
      <dgm:spPr/>
    </dgm:pt>
    <dgm:pt modelId="{C0411752-0D30-4F44-8626-642D07D9DF85}" type="pres">
      <dgm:prSet presAssocID="{BD7AE6A8-6F4D-4B95-B544-ADBDBDBA9081}" presName="compNode" presStyleCnt="0"/>
      <dgm:spPr/>
    </dgm:pt>
    <dgm:pt modelId="{146C0858-61AB-43A3-9C63-086F3EEF5BC6}" type="pres">
      <dgm:prSet presAssocID="{BD7AE6A8-6F4D-4B95-B544-ADBDBDBA9081}" presName="bgRect" presStyleLbl="bgShp" presStyleIdx="2" presStyleCnt="3"/>
      <dgm:spPr/>
    </dgm:pt>
    <dgm:pt modelId="{4B52652B-4506-4BAF-A15E-961E271A8A14}" type="pres">
      <dgm:prSet presAssocID="{BD7AE6A8-6F4D-4B95-B544-ADBDBDBA908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BD0394EA-E986-4108-8334-1432354386E6}" type="pres">
      <dgm:prSet presAssocID="{BD7AE6A8-6F4D-4B95-B544-ADBDBDBA9081}" presName="spaceRect" presStyleCnt="0"/>
      <dgm:spPr/>
    </dgm:pt>
    <dgm:pt modelId="{A7DDB18B-435A-4133-96C6-7C281EDA2F55}" type="pres">
      <dgm:prSet presAssocID="{BD7AE6A8-6F4D-4B95-B544-ADBDBDBA908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0DBB010-FF02-4D9B-BD4E-2724DBA82B66}" type="presOf" srcId="{5D19B6A2-C39E-4928-8B2B-D03BD0216B09}" destId="{1F8E0A3A-58D1-4158-AC65-155AEF504189}" srcOrd="0" destOrd="0" presId="urn:microsoft.com/office/officeart/2018/2/layout/IconVerticalSolidList"/>
    <dgm:cxn modelId="{2C409E2E-B6C4-496A-8E96-C4EB7E45DA0A}" type="presOf" srcId="{BD7AE6A8-6F4D-4B95-B544-ADBDBDBA9081}" destId="{A7DDB18B-435A-4133-96C6-7C281EDA2F55}" srcOrd="0" destOrd="0" presId="urn:microsoft.com/office/officeart/2018/2/layout/IconVerticalSolidList"/>
    <dgm:cxn modelId="{67CEC65B-00EC-4C45-9B38-083AD2C62C2B}" srcId="{5D19B6A2-C39E-4928-8B2B-D03BD0216B09}" destId="{BD7AE6A8-6F4D-4B95-B544-ADBDBDBA9081}" srcOrd="2" destOrd="0" parTransId="{64594F38-4BC6-4D97-A9D6-1880A45FE7E7}" sibTransId="{58D88BE6-71BF-4FAB-9DFE-C2979A8DBB79}"/>
    <dgm:cxn modelId="{3A26C2A6-3947-4F4E-A1F7-9B81720C26B2}" type="presOf" srcId="{0E1B646C-20B8-4093-AA06-F3B90627EFC4}" destId="{DCE2AC27-E328-456D-B872-2725F85768FB}" srcOrd="0" destOrd="0" presId="urn:microsoft.com/office/officeart/2018/2/layout/IconVerticalSolidList"/>
    <dgm:cxn modelId="{B92135D4-20D6-423E-BB49-408164109D83}" srcId="{5D19B6A2-C39E-4928-8B2B-D03BD0216B09}" destId="{0E1B646C-20B8-4093-AA06-F3B90627EFC4}" srcOrd="0" destOrd="0" parTransId="{B55FC193-E4C7-420E-A99D-395F1047D20E}" sibTransId="{248FC93F-1E77-40D9-8854-547F8F059622}"/>
    <dgm:cxn modelId="{A2F90DDA-E1DC-40F2-974E-364D02B9A63F}" type="presOf" srcId="{A1B37EA7-689A-44B2-BCC8-DCADA5510D45}" destId="{5FBEFE1C-EAFA-4DFD-9EB1-A0A5A6DC8A74}" srcOrd="0" destOrd="0" presId="urn:microsoft.com/office/officeart/2018/2/layout/IconVerticalSolidList"/>
    <dgm:cxn modelId="{FF0F25DA-E537-40F4-A4EE-7488E38627F9}" srcId="{5D19B6A2-C39E-4928-8B2B-D03BD0216B09}" destId="{A1B37EA7-689A-44B2-BCC8-DCADA5510D45}" srcOrd="1" destOrd="0" parTransId="{208B84DD-882B-442C-9976-8FD20F5C302D}" sibTransId="{F03970EE-5D1E-4483-9B16-12BF024D3088}"/>
    <dgm:cxn modelId="{21DBF244-340F-4CB1-A5AD-BE7EF4F35A90}" type="presParOf" srcId="{1F8E0A3A-58D1-4158-AC65-155AEF504189}" destId="{4E5A6D61-C7AC-4968-8792-2B3A5E898FA2}" srcOrd="0" destOrd="0" presId="urn:microsoft.com/office/officeart/2018/2/layout/IconVerticalSolidList"/>
    <dgm:cxn modelId="{B3AA4F9F-7E5D-4332-A6B4-785220DF66C8}" type="presParOf" srcId="{4E5A6D61-C7AC-4968-8792-2B3A5E898FA2}" destId="{5E66BC77-5B68-4129-BC2E-B953812EE8E6}" srcOrd="0" destOrd="0" presId="urn:microsoft.com/office/officeart/2018/2/layout/IconVerticalSolidList"/>
    <dgm:cxn modelId="{F775F899-6F89-4DEB-BC8C-371657B64267}" type="presParOf" srcId="{4E5A6D61-C7AC-4968-8792-2B3A5E898FA2}" destId="{22B99249-87DF-4343-A389-56D9BBD36F83}" srcOrd="1" destOrd="0" presId="urn:microsoft.com/office/officeart/2018/2/layout/IconVerticalSolidList"/>
    <dgm:cxn modelId="{D988681B-5045-4BB1-B329-ACC54DF21429}" type="presParOf" srcId="{4E5A6D61-C7AC-4968-8792-2B3A5E898FA2}" destId="{1649AD40-AC31-4AD4-B224-187226894962}" srcOrd="2" destOrd="0" presId="urn:microsoft.com/office/officeart/2018/2/layout/IconVerticalSolidList"/>
    <dgm:cxn modelId="{791DCCAA-3D6D-495F-A9B3-727927F4B0E4}" type="presParOf" srcId="{4E5A6D61-C7AC-4968-8792-2B3A5E898FA2}" destId="{DCE2AC27-E328-456D-B872-2725F85768FB}" srcOrd="3" destOrd="0" presId="urn:microsoft.com/office/officeart/2018/2/layout/IconVerticalSolidList"/>
    <dgm:cxn modelId="{5FF0AF9B-635B-4579-ADA5-3D6086CD8789}" type="presParOf" srcId="{1F8E0A3A-58D1-4158-AC65-155AEF504189}" destId="{A9C41AB9-4532-4FD3-9012-A7A9BBFB91FA}" srcOrd="1" destOrd="0" presId="urn:microsoft.com/office/officeart/2018/2/layout/IconVerticalSolidList"/>
    <dgm:cxn modelId="{4E8C3EFB-4F41-4168-843A-BACF07D4543C}" type="presParOf" srcId="{1F8E0A3A-58D1-4158-AC65-155AEF504189}" destId="{2986A2BD-5AB0-494E-BF93-3F14F5992959}" srcOrd="2" destOrd="0" presId="urn:microsoft.com/office/officeart/2018/2/layout/IconVerticalSolidList"/>
    <dgm:cxn modelId="{6319F4F8-4805-4D18-844E-57AE3C73BA66}" type="presParOf" srcId="{2986A2BD-5AB0-494E-BF93-3F14F5992959}" destId="{B6BB725D-B831-44A9-947F-2E415CC840A6}" srcOrd="0" destOrd="0" presId="urn:microsoft.com/office/officeart/2018/2/layout/IconVerticalSolidList"/>
    <dgm:cxn modelId="{D6512959-5638-488B-91A1-DFC8EC1C5C38}" type="presParOf" srcId="{2986A2BD-5AB0-494E-BF93-3F14F5992959}" destId="{32404606-9982-41C3-B5B6-02808F2CEA2A}" srcOrd="1" destOrd="0" presId="urn:microsoft.com/office/officeart/2018/2/layout/IconVerticalSolidList"/>
    <dgm:cxn modelId="{679359D2-AF19-4BA5-8406-0652A0E6C802}" type="presParOf" srcId="{2986A2BD-5AB0-494E-BF93-3F14F5992959}" destId="{A9265F55-69B2-47EE-A160-1942212A53F2}" srcOrd="2" destOrd="0" presId="urn:microsoft.com/office/officeart/2018/2/layout/IconVerticalSolidList"/>
    <dgm:cxn modelId="{2A5F7C60-C4C4-4E14-AE79-24DD33C82F65}" type="presParOf" srcId="{2986A2BD-5AB0-494E-BF93-3F14F5992959}" destId="{5FBEFE1C-EAFA-4DFD-9EB1-A0A5A6DC8A74}" srcOrd="3" destOrd="0" presId="urn:microsoft.com/office/officeart/2018/2/layout/IconVerticalSolidList"/>
    <dgm:cxn modelId="{BB80F5E8-DCA6-47C3-8634-12474CB91245}" type="presParOf" srcId="{1F8E0A3A-58D1-4158-AC65-155AEF504189}" destId="{5681E1F2-00D2-463E-9C08-63C39741F7E1}" srcOrd="3" destOrd="0" presId="urn:microsoft.com/office/officeart/2018/2/layout/IconVerticalSolidList"/>
    <dgm:cxn modelId="{27E1D2CF-F475-44F6-907C-B6C25D8BF023}" type="presParOf" srcId="{1F8E0A3A-58D1-4158-AC65-155AEF504189}" destId="{C0411752-0D30-4F44-8626-642D07D9DF85}" srcOrd="4" destOrd="0" presId="urn:microsoft.com/office/officeart/2018/2/layout/IconVerticalSolidList"/>
    <dgm:cxn modelId="{06C65308-5641-478B-8EB2-A7C5FF1F195C}" type="presParOf" srcId="{C0411752-0D30-4F44-8626-642D07D9DF85}" destId="{146C0858-61AB-43A3-9C63-086F3EEF5BC6}" srcOrd="0" destOrd="0" presId="urn:microsoft.com/office/officeart/2018/2/layout/IconVerticalSolidList"/>
    <dgm:cxn modelId="{3C805EE6-DF59-4F1E-AD74-A30EB666967D}" type="presParOf" srcId="{C0411752-0D30-4F44-8626-642D07D9DF85}" destId="{4B52652B-4506-4BAF-A15E-961E271A8A14}" srcOrd="1" destOrd="0" presId="urn:microsoft.com/office/officeart/2018/2/layout/IconVerticalSolidList"/>
    <dgm:cxn modelId="{A9E4F918-3711-4E84-BF3A-7C5036F0CA4B}" type="presParOf" srcId="{C0411752-0D30-4F44-8626-642D07D9DF85}" destId="{BD0394EA-E986-4108-8334-1432354386E6}" srcOrd="2" destOrd="0" presId="urn:microsoft.com/office/officeart/2018/2/layout/IconVerticalSolidList"/>
    <dgm:cxn modelId="{8FCD6080-442F-4B26-8BF3-C95DB54DF683}" type="presParOf" srcId="{C0411752-0D30-4F44-8626-642D07D9DF85}" destId="{A7DDB18B-435A-4133-96C6-7C281EDA2F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407CF6E-F700-48E5-9744-02F4871E0F2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98C953B-0798-45C6-AFA9-A58A6EBAA0D8}">
      <dgm:prSet/>
      <dgm:spPr/>
      <dgm:t>
        <a:bodyPr/>
        <a:lstStyle/>
        <a:p>
          <a:r>
            <a:rPr lang="pt-BR"/>
            <a:t>Componentes permitem você dividir a UI em partes independentes, reutilizáveis.</a:t>
          </a:r>
          <a:endParaRPr lang="en-US"/>
        </a:p>
      </dgm:t>
    </dgm:pt>
    <dgm:pt modelId="{E32251C6-554B-4BDC-BE0B-5D68EE335E6B}" type="parTrans" cxnId="{C59D9DD2-F93E-46A2-B258-44B3CBA1706F}">
      <dgm:prSet/>
      <dgm:spPr/>
      <dgm:t>
        <a:bodyPr/>
        <a:lstStyle/>
        <a:p>
          <a:endParaRPr lang="en-US"/>
        </a:p>
      </dgm:t>
    </dgm:pt>
    <dgm:pt modelId="{232FB12C-F181-4B3D-A6C7-6CA886AFA158}" type="sibTrans" cxnId="{C59D9DD2-F93E-46A2-B258-44B3CBA1706F}">
      <dgm:prSet/>
      <dgm:spPr/>
      <dgm:t>
        <a:bodyPr/>
        <a:lstStyle/>
        <a:p>
          <a:endParaRPr lang="en-US"/>
        </a:p>
      </dgm:t>
    </dgm:pt>
    <dgm:pt modelId="{1F4B508E-5234-476B-90B0-31CF9460BEC8}">
      <dgm:prSet/>
      <dgm:spPr/>
      <dgm:t>
        <a:bodyPr/>
        <a:lstStyle/>
        <a:p>
          <a:r>
            <a:rPr lang="pt-BR"/>
            <a:t>Trata cada parte da aplicação como um bloco isolado, livre de outras dependências externas.</a:t>
          </a:r>
          <a:endParaRPr lang="en-US"/>
        </a:p>
      </dgm:t>
    </dgm:pt>
    <dgm:pt modelId="{BBDC5E2C-D67F-4A52-88BE-289E5B9DEF8B}" type="parTrans" cxnId="{7F1C7D37-4563-45DD-BC15-1ED28DF6FF00}">
      <dgm:prSet/>
      <dgm:spPr/>
      <dgm:t>
        <a:bodyPr/>
        <a:lstStyle/>
        <a:p>
          <a:endParaRPr lang="en-US"/>
        </a:p>
      </dgm:t>
    </dgm:pt>
    <dgm:pt modelId="{E68B8847-C1EE-4E27-8687-3E872553BD3B}" type="sibTrans" cxnId="{7F1C7D37-4563-45DD-BC15-1ED28DF6FF00}">
      <dgm:prSet/>
      <dgm:spPr/>
      <dgm:t>
        <a:bodyPr/>
        <a:lstStyle/>
        <a:p>
          <a:endParaRPr lang="en-US"/>
        </a:p>
      </dgm:t>
    </dgm:pt>
    <dgm:pt modelId="{22937517-703E-4881-9874-A8957F06E06A}">
      <dgm:prSet/>
      <dgm:spPr/>
      <dgm:t>
        <a:bodyPr/>
        <a:lstStyle/>
        <a:p>
          <a:r>
            <a:rPr lang="pt-BR"/>
            <a:t>Eles aceitam entradas e retornam elementos que descrevem o que deve aparecer na tela.</a:t>
          </a:r>
          <a:endParaRPr lang="en-US"/>
        </a:p>
      </dgm:t>
    </dgm:pt>
    <dgm:pt modelId="{E6A72FA8-256F-4245-B8E2-023EB92EAD29}" type="parTrans" cxnId="{5636BA84-050A-444D-9551-729F11900CD3}">
      <dgm:prSet/>
      <dgm:spPr/>
      <dgm:t>
        <a:bodyPr/>
        <a:lstStyle/>
        <a:p>
          <a:endParaRPr lang="en-US"/>
        </a:p>
      </dgm:t>
    </dgm:pt>
    <dgm:pt modelId="{B574C030-CCEE-44D0-ABDE-3A43C90366A4}" type="sibTrans" cxnId="{5636BA84-050A-444D-9551-729F11900CD3}">
      <dgm:prSet/>
      <dgm:spPr/>
      <dgm:t>
        <a:bodyPr/>
        <a:lstStyle/>
        <a:p>
          <a:endParaRPr lang="en-US"/>
        </a:p>
      </dgm:t>
    </dgm:pt>
    <dgm:pt modelId="{9362CE97-5287-42FC-BCC9-4508D4D485C7}" type="pres">
      <dgm:prSet presAssocID="{D407CF6E-F700-48E5-9744-02F4871E0F22}" presName="root" presStyleCnt="0">
        <dgm:presLayoutVars>
          <dgm:dir/>
          <dgm:resizeHandles val="exact"/>
        </dgm:presLayoutVars>
      </dgm:prSet>
      <dgm:spPr/>
    </dgm:pt>
    <dgm:pt modelId="{C120E04C-5600-4F05-BD53-84D8A3F6D6B3}" type="pres">
      <dgm:prSet presAssocID="{698C953B-0798-45C6-AFA9-A58A6EBAA0D8}" presName="compNode" presStyleCnt="0"/>
      <dgm:spPr/>
    </dgm:pt>
    <dgm:pt modelId="{C95154AA-1F40-45AA-9567-7580E3271BA9}" type="pres">
      <dgm:prSet presAssocID="{698C953B-0798-45C6-AFA9-A58A6EBAA0D8}" presName="bgRect" presStyleLbl="bgShp" presStyleIdx="0" presStyleCnt="3"/>
      <dgm:spPr/>
    </dgm:pt>
    <dgm:pt modelId="{4C6F10E2-D0F5-4FD7-8146-37AF7FADF495}" type="pres">
      <dgm:prSet presAssocID="{698C953B-0798-45C6-AFA9-A58A6EBAA0D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A075173-7D8A-473F-A2F0-BF759BC8CDD9}" type="pres">
      <dgm:prSet presAssocID="{698C953B-0798-45C6-AFA9-A58A6EBAA0D8}" presName="spaceRect" presStyleCnt="0"/>
      <dgm:spPr/>
    </dgm:pt>
    <dgm:pt modelId="{662A2B07-0201-4487-9B54-93FB056381FC}" type="pres">
      <dgm:prSet presAssocID="{698C953B-0798-45C6-AFA9-A58A6EBAA0D8}" presName="parTx" presStyleLbl="revTx" presStyleIdx="0" presStyleCnt="3">
        <dgm:presLayoutVars>
          <dgm:chMax val="0"/>
          <dgm:chPref val="0"/>
        </dgm:presLayoutVars>
      </dgm:prSet>
      <dgm:spPr/>
    </dgm:pt>
    <dgm:pt modelId="{FBF09EDE-957B-4F93-8ECB-7AA01AD1E120}" type="pres">
      <dgm:prSet presAssocID="{232FB12C-F181-4B3D-A6C7-6CA886AFA158}" presName="sibTrans" presStyleCnt="0"/>
      <dgm:spPr/>
    </dgm:pt>
    <dgm:pt modelId="{BC05A381-19CE-4C05-8CA7-8BC07B37F622}" type="pres">
      <dgm:prSet presAssocID="{1F4B508E-5234-476B-90B0-31CF9460BEC8}" presName="compNode" presStyleCnt="0"/>
      <dgm:spPr/>
    </dgm:pt>
    <dgm:pt modelId="{E5F78C22-11AB-4243-831D-0142B493B951}" type="pres">
      <dgm:prSet presAssocID="{1F4B508E-5234-476B-90B0-31CF9460BEC8}" presName="bgRect" presStyleLbl="bgShp" presStyleIdx="1" presStyleCnt="3"/>
      <dgm:spPr/>
    </dgm:pt>
    <dgm:pt modelId="{FFB1B53E-14F9-4A91-B21E-D6F882C823C8}" type="pres">
      <dgm:prSet presAssocID="{1F4B508E-5234-476B-90B0-31CF9460BEC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5298AC73-08A7-405D-8843-E07B4F8640FB}" type="pres">
      <dgm:prSet presAssocID="{1F4B508E-5234-476B-90B0-31CF9460BEC8}" presName="spaceRect" presStyleCnt="0"/>
      <dgm:spPr/>
    </dgm:pt>
    <dgm:pt modelId="{5B694C18-2E3C-4D57-B960-36CBA4D341AF}" type="pres">
      <dgm:prSet presAssocID="{1F4B508E-5234-476B-90B0-31CF9460BEC8}" presName="parTx" presStyleLbl="revTx" presStyleIdx="1" presStyleCnt="3">
        <dgm:presLayoutVars>
          <dgm:chMax val="0"/>
          <dgm:chPref val="0"/>
        </dgm:presLayoutVars>
      </dgm:prSet>
      <dgm:spPr/>
    </dgm:pt>
    <dgm:pt modelId="{B460D282-0C88-4722-B3BF-0554A24763E9}" type="pres">
      <dgm:prSet presAssocID="{E68B8847-C1EE-4E27-8687-3E872553BD3B}" presName="sibTrans" presStyleCnt="0"/>
      <dgm:spPr/>
    </dgm:pt>
    <dgm:pt modelId="{89202E17-6815-4943-9D8A-FE305E96FBCB}" type="pres">
      <dgm:prSet presAssocID="{22937517-703E-4881-9874-A8957F06E06A}" presName="compNode" presStyleCnt="0"/>
      <dgm:spPr/>
    </dgm:pt>
    <dgm:pt modelId="{182CA1A7-D957-4960-8CF6-50D7FD7F2659}" type="pres">
      <dgm:prSet presAssocID="{22937517-703E-4881-9874-A8957F06E06A}" presName="bgRect" presStyleLbl="bgShp" presStyleIdx="2" presStyleCnt="3"/>
      <dgm:spPr/>
    </dgm:pt>
    <dgm:pt modelId="{5CE89011-B221-412D-AED0-E10B01F555B9}" type="pres">
      <dgm:prSet presAssocID="{22937517-703E-4881-9874-A8957F06E06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32AD12A7-9491-438A-A4FC-0D97A5AC0789}" type="pres">
      <dgm:prSet presAssocID="{22937517-703E-4881-9874-A8957F06E06A}" presName="spaceRect" presStyleCnt="0"/>
      <dgm:spPr/>
    </dgm:pt>
    <dgm:pt modelId="{1523B778-44B8-44C6-8F72-E5B9095AC3C2}" type="pres">
      <dgm:prSet presAssocID="{22937517-703E-4881-9874-A8957F06E06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F1C7D37-4563-45DD-BC15-1ED28DF6FF00}" srcId="{D407CF6E-F700-48E5-9744-02F4871E0F22}" destId="{1F4B508E-5234-476B-90B0-31CF9460BEC8}" srcOrd="1" destOrd="0" parTransId="{BBDC5E2C-D67F-4A52-88BE-289E5B9DEF8B}" sibTransId="{E68B8847-C1EE-4E27-8687-3E872553BD3B}"/>
    <dgm:cxn modelId="{B7868648-CCB7-443C-ADC0-30412A4AF0A1}" type="presOf" srcId="{D407CF6E-F700-48E5-9744-02F4871E0F22}" destId="{9362CE97-5287-42FC-BCC9-4508D4D485C7}" srcOrd="0" destOrd="0" presId="urn:microsoft.com/office/officeart/2018/2/layout/IconVerticalSolidList"/>
    <dgm:cxn modelId="{5636BA84-050A-444D-9551-729F11900CD3}" srcId="{D407CF6E-F700-48E5-9744-02F4871E0F22}" destId="{22937517-703E-4881-9874-A8957F06E06A}" srcOrd="2" destOrd="0" parTransId="{E6A72FA8-256F-4245-B8E2-023EB92EAD29}" sibTransId="{B574C030-CCEE-44D0-ABDE-3A43C90366A4}"/>
    <dgm:cxn modelId="{860A7392-33E2-4E9D-BF6A-857366390B78}" type="presOf" srcId="{1F4B508E-5234-476B-90B0-31CF9460BEC8}" destId="{5B694C18-2E3C-4D57-B960-36CBA4D341AF}" srcOrd="0" destOrd="0" presId="urn:microsoft.com/office/officeart/2018/2/layout/IconVerticalSolidList"/>
    <dgm:cxn modelId="{C59D9DD2-F93E-46A2-B258-44B3CBA1706F}" srcId="{D407CF6E-F700-48E5-9744-02F4871E0F22}" destId="{698C953B-0798-45C6-AFA9-A58A6EBAA0D8}" srcOrd="0" destOrd="0" parTransId="{E32251C6-554B-4BDC-BE0B-5D68EE335E6B}" sibTransId="{232FB12C-F181-4B3D-A6C7-6CA886AFA158}"/>
    <dgm:cxn modelId="{26D2B8E4-1F16-48F5-BB53-C474270EC5E1}" type="presOf" srcId="{22937517-703E-4881-9874-A8957F06E06A}" destId="{1523B778-44B8-44C6-8F72-E5B9095AC3C2}" srcOrd="0" destOrd="0" presId="urn:microsoft.com/office/officeart/2018/2/layout/IconVerticalSolidList"/>
    <dgm:cxn modelId="{50621EFE-2322-456E-B789-3DD35C356B20}" type="presOf" srcId="{698C953B-0798-45C6-AFA9-A58A6EBAA0D8}" destId="{662A2B07-0201-4487-9B54-93FB056381FC}" srcOrd="0" destOrd="0" presId="urn:microsoft.com/office/officeart/2018/2/layout/IconVerticalSolidList"/>
    <dgm:cxn modelId="{BD5FE9C1-E263-4A7A-8D83-2E165E21ED68}" type="presParOf" srcId="{9362CE97-5287-42FC-BCC9-4508D4D485C7}" destId="{C120E04C-5600-4F05-BD53-84D8A3F6D6B3}" srcOrd="0" destOrd="0" presId="urn:microsoft.com/office/officeart/2018/2/layout/IconVerticalSolidList"/>
    <dgm:cxn modelId="{0C98D263-A241-47B6-A6A8-FB578DAC8E63}" type="presParOf" srcId="{C120E04C-5600-4F05-BD53-84D8A3F6D6B3}" destId="{C95154AA-1F40-45AA-9567-7580E3271BA9}" srcOrd="0" destOrd="0" presId="urn:microsoft.com/office/officeart/2018/2/layout/IconVerticalSolidList"/>
    <dgm:cxn modelId="{EFA59001-A5AB-4859-A989-7D12761AED76}" type="presParOf" srcId="{C120E04C-5600-4F05-BD53-84D8A3F6D6B3}" destId="{4C6F10E2-D0F5-4FD7-8146-37AF7FADF495}" srcOrd="1" destOrd="0" presId="urn:microsoft.com/office/officeart/2018/2/layout/IconVerticalSolidList"/>
    <dgm:cxn modelId="{941C5DDD-9E3D-4A64-A6F7-B75128419C22}" type="presParOf" srcId="{C120E04C-5600-4F05-BD53-84D8A3F6D6B3}" destId="{CA075173-7D8A-473F-A2F0-BF759BC8CDD9}" srcOrd="2" destOrd="0" presId="urn:microsoft.com/office/officeart/2018/2/layout/IconVerticalSolidList"/>
    <dgm:cxn modelId="{3D435AE8-F69C-415B-BD9B-2CBA7D1CCD87}" type="presParOf" srcId="{C120E04C-5600-4F05-BD53-84D8A3F6D6B3}" destId="{662A2B07-0201-4487-9B54-93FB056381FC}" srcOrd="3" destOrd="0" presId="urn:microsoft.com/office/officeart/2018/2/layout/IconVerticalSolidList"/>
    <dgm:cxn modelId="{52090937-E64F-4FDD-91E2-EC8464092D40}" type="presParOf" srcId="{9362CE97-5287-42FC-BCC9-4508D4D485C7}" destId="{FBF09EDE-957B-4F93-8ECB-7AA01AD1E120}" srcOrd="1" destOrd="0" presId="urn:microsoft.com/office/officeart/2018/2/layout/IconVerticalSolidList"/>
    <dgm:cxn modelId="{C0668DC1-2EEB-44E5-B98D-4CFC68EB436F}" type="presParOf" srcId="{9362CE97-5287-42FC-BCC9-4508D4D485C7}" destId="{BC05A381-19CE-4C05-8CA7-8BC07B37F622}" srcOrd="2" destOrd="0" presId="urn:microsoft.com/office/officeart/2018/2/layout/IconVerticalSolidList"/>
    <dgm:cxn modelId="{C5507504-FE4F-4D5B-ADB5-4B356665B3C9}" type="presParOf" srcId="{BC05A381-19CE-4C05-8CA7-8BC07B37F622}" destId="{E5F78C22-11AB-4243-831D-0142B493B951}" srcOrd="0" destOrd="0" presId="urn:microsoft.com/office/officeart/2018/2/layout/IconVerticalSolidList"/>
    <dgm:cxn modelId="{5ECB99E2-8335-4DA2-9FE4-5CF36E0D6B7A}" type="presParOf" srcId="{BC05A381-19CE-4C05-8CA7-8BC07B37F622}" destId="{FFB1B53E-14F9-4A91-B21E-D6F882C823C8}" srcOrd="1" destOrd="0" presId="urn:microsoft.com/office/officeart/2018/2/layout/IconVerticalSolidList"/>
    <dgm:cxn modelId="{24ABAB88-C6C1-4FB9-86EC-E6EA96E7C5E6}" type="presParOf" srcId="{BC05A381-19CE-4C05-8CA7-8BC07B37F622}" destId="{5298AC73-08A7-405D-8843-E07B4F8640FB}" srcOrd="2" destOrd="0" presId="urn:microsoft.com/office/officeart/2018/2/layout/IconVerticalSolidList"/>
    <dgm:cxn modelId="{E79C12D6-95DA-48EF-AD8D-2772E8248E5C}" type="presParOf" srcId="{BC05A381-19CE-4C05-8CA7-8BC07B37F622}" destId="{5B694C18-2E3C-4D57-B960-36CBA4D341AF}" srcOrd="3" destOrd="0" presId="urn:microsoft.com/office/officeart/2018/2/layout/IconVerticalSolidList"/>
    <dgm:cxn modelId="{EAC3036E-D1BE-43AE-8797-F51F1FC9261A}" type="presParOf" srcId="{9362CE97-5287-42FC-BCC9-4508D4D485C7}" destId="{B460D282-0C88-4722-B3BF-0554A24763E9}" srcOrd="3" destOrd="0" presId="urn:microsoft.com/office/officeart/2018/2/layout/IconVerticalSolidList"/>
    <dgm:cxn modelId="{8F825E35-2B14-4474-A084-62DD38573895}" type="presParOf" srcId="{9362CE97-5287-42FC-BCC9-4508D4D485C7}" destId="{89202E17-6815-4943-9D8A-FE305E96FBCB}" srcOrd="4" destOrd="0" presId="urn:microsoft.com/office/officeart/2018/2/layout/IconVerticalSolidList"/>
    <dgm:cxn modelId="{16765833-C6F5-4DD8-A396-42FEE4321D22}" type="presParOf" srcId="{89202E17-6815-4943-9D8A-FE305E96FBCB}" destId="{182CA1A7-D957-4960-8CF6-50D7FD7F2659}" srcOrd="0" destOrd="0" presId="urn:microsoft.com/office/officeart/2018/2/layout/IconVerticalSolidList"/>
    <dgm:cxn modelId="{C9CA0AB7-F567-4582-AAFA-20DD4CADB78B}" type="presParOf" srcId="{89202E17-6815-4943-9D8A-FE305E96FBCB}" destId="{5CE89011-B221-412D-AED0-E10B01F555B9}" srcOrd="1" destOrd="0" presId="urn:microsoft.com/office/officeart/2018/2/layout/IconVerticalSolidList"/>
    <dgm:cxn modelId="{504A4CB0-7929-4D9D-AA64-C5D1C1137C20}" type="presParOf" srcId="{89202E17-6815-4943-9D8A-FE305E96FBCB}" destId="{32AD12A7-9491-438A-A4FC-0D97A5AC0789}" srcOrd="2" destOrd="0" presId="urn:microsoft.com/office/officeart/2018/2/layout/IconVerticalSolidList"/>
    <dgm:cxn modelId="{56545E72-DEEE-4003-B58D-AACB3871EA51}" type="presParOf" srcId="{89202E17-6815-4943-9D8A-FE305E96FBCB}" destId="{1523B778-44B8-44C6-8F72-E5B9095AC3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66BC77-5B68-4129-BC2E-B953812EE8E6}">
      <dsp:nvSpPr>
        <dsp:cNvPr id="0" name=""/>
        <dsp:cNvSpPr/>
      </dsp:nvSpPr>
      <dsp:spPr>
        <a:xfrm>
          <a:off x="0" y="492"/>
          <a:ext cx="10972800" cy="11526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B99249-87DF-4343-A389-56D9BBD36F83}">
      <dsp:nvSpPr>
        <dsp:cNvPr id="0" name=""/>
        <dsp:cNvSpPr/>
      </dsp:nvSpPr>
      <dsp:spPr>
        <a:xfrm>
          <a:off x="348690" y="259849"/>
          <a:ext cx="633983" cy="6339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2AC27-E328-456D-B872-2725F85768FB}">
      <dsp:nvSpPr>
        <dsp:cNvPr id="0" name=""/>
        <dsp:cNvSpPr/>
      </dsp:nvSpPr>
      <dsp:spPr>
        <a:xfrm>
          <a:off x="1331365" y="492"/>
          <a:ext cx="9641434" cy="1152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94" tIns="121994" rIns="121994" bIns="12199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Uma aplicação Angular é baseada em componentes. </a:t>
          </a:r>
          <a:endParaRPr lang="en-US" sz="2200" kern="1200"/>
        </a:p>
      </dsp:txBody>
      <dsp:txXfrm>
        <a:off x="1331365" y="492"/>
        <a:ext cx="9641434" cy="1152697"/>
      </dsp:txXfrm>
    </dsp:sp>
    <dsp:sp modelId="{B6BB725D-B831-44A9-947F-2E415CC840A6}">
      <dsp:nvSpPr>
        <dsp:cNvPr id="0" name=""/>
        <dsp:cNvSpPr/>
      </dsp:nvSpPr>
      <dsp:spPr>
        <a:xfrm>
          <a:off x="0" y="1441363"/>
          <a:ext cx="10972800" cy="11526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404606-9982-41C3-B5B6-02808F2CEA2A}">
      <dsp:nvSpPr>
        <dsp:cNvPr id="0" name=""/>
        <dsp:cNvSpPr/>
      </dsp:nvSpPr>
      <dsp:spPr>
        <a:xfrm>
          <a:off x="348690" y="1700720"/>
          <a:ext cx="633983" cy="6339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BEFE1C-EAFA-4DFD-9EB1-A0A5A6DC8A74}">
      <dsp:nvSpPr>
        <dsp:cNvPr id="0" name=""/>
        <dsp:cNvSpPr/>
      </dsp:nvSpPr>
      <dsp:spPr>
        <a:xfrm>
          <a:off x="1331365" y="1441363"/>
          <a:ext cx="9641434" cy="1152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94" tIns="121994" rIns="121994" bIns="12199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Com eles, podemos encapsular comportamentos e regras da interface, tornando a criação de aplicações muito mais simples e organizada.</a:t>
          </a:r>
          <a:endParaRPr lang="en-US" sz="2200" kern="1200"/>
        </a:p>
      </dsp:txBody>
      <dsp:txXfrm>
        <a:off x="1331365" y="1441363"/>
        <a:ext cx="9641434" cy="1152697"/>
      </dsp:txXfrm>
    </dsp:sp>
    <dsp:sp modelId="{146C0858-61AB-43A3-9C63-086F3EEF5BC6}">
      <dsp:nvSpPr>
        <dsp:cNvPr id="0" name=""/>
        <dsp:cNvSpPr/>
      </dsp:nvSpPr>
      <dsp:spPr>
        <a:xfrm>
          <a:off x="0" y="2882235"/>
          <a:ext cx="10972800" cy="115269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52652B-4506-4BAF-A15E-961E271A8A14}">
      <dsp:nvSpPr>
        <dsp:cNvPr id="0" name=""/>
        <dsp:cNvSpPr/>
      </dsp:nvSpPr>
      <dsp:spPr>
        <a:xfrm>
          <a:off x="348690" y="3141592"/>
          <a:ext cx="633983" cy="6339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DDB18B-435A-4133-96C6-7C281EDA2F55}">
      <dsp:nvSpPr>
        <dsp:cNvPr id="0" name=""/>
        <dsp:cNvSpPr/>
      </dsp:nvSpPr>
      <dsp:spPr>
        <a:xfrm>
          <a:off x="1331365" y="2882235"/>
          <a:ext cx="9641434" cy="1152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94" tIns="121994" rIns="121994" bIns="121994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kern="1200"/>
            <a:t>Além disso, um componente pode encapsular outros componentes, permitindo a construção de interfaces modulares e reutilizáveis</a:t>
          </a:r>
          <a:endParaRPr lang="en-US" sz="2200" kern="1200"/>
        </a:p>
      </dsp:txBody>
      <dsp:txXfrm>
        <a:off x="1331365" y="2882235"/>
        <a:ext cx="9641434" cy="11526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154AA-1F40-45AA-9567-7580E3271BA9}">
      <dsp:nvSpPr>
        <dsp:cNvPr id="0" name=""/>
        <dsp:cNvSpPr/>
      </dsp:nvSpPr>
      <dsp:spPr>
        <a:xfrm>
          <a:off x="0" y="492"/>
          <a:ext cx="10972800" cy="115269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6F10E2-D0F5-4FD7-8146-37AF7FADF495}">
      <dsp:nvSpPr>
        <dsp:cNvPr id="0" name=""/>
        <dsp:cNvSpPr/>
      </dsp:nvSpPr>
      <dsp:spPr>
        <a:xfrm>
          <a:off x="348690" y="259849"/>
          <a:ext cx="633983" cy="63398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2A2B07-0201-4487-9B54-93FB056381FC}">
      <dsp:nvSpPr>
        <dsp:cNvPr id="0" name=""/>
        <dsp:cNvSpPr/>
      </dsp:nvSpPr>
      <dsp:spPr>
        <a:xfrm>
          <a:off x="1331365" y="492"/>
          <a:ext cx="9641434" cy="1152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94" tIns="121994" rIns="121994" bIns="1219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/>
            <a:t>Componentes permitem você dividir a UI em partes independentes, reutilizáveis.</a:t>
          </a:r>
          <a:endParaRPr lang="en-US" sz="2500" kern="1200"/>
        </a:p>
      </dsp:txBody>
      <dsp:txXfrm>
        <a:off x="1331365" y="492"/>
        <a:ext cx="9641434" cy="1152697"/>
      </dsp:txXfrm>
    </dsp:sp>
    <dsp:sp modelId="{E5F78C22-11AB-4243-831D-0142B493B951}">
      <dsp:nvSpPr>
        <dsp:cNvPr id="0" name=""/>
        <dsp:cNvSpPr/>
      </dsp:nvSpPr>
      <dsp:spPr>
        <a:xfrm>
          <a:off x="0" y="1441363"/>
          <a:ext cx="10972800" cy="115269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B1B53E-14F9-4A91-B21E-D6F882C823C8}">
      <dsp:nvSpPr>
        <dsp:cNvPr id="0" name=""/>
        <dsp:cNvSpPr/>
      </dsp:nvSpPr>
      <dsp:spPr>
        <a:xfrm>
          <a:off x="348690" y="1700720"/>
          <a:ext cx="633983" cy="63398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94C18-2E3C-4D57-B960-36CBA4D341AF}">
      <dsp:nvSpPr>
        <dsp:cNvPr id="0" name=""/>
        <dsp:cNvSpPr/>
      </dsp:nvSpPr>
      <dsp:spPr>
        <a:xfrm>
          <a:off x="1331365" y="1441363"/>
          <a:ext cx="9641434" cy="1152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94" tIns="121994" rIns="121994" bIns="1219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/>
            <a:t>Trata cada parte da aplicação como um bloco isolado, livre de outras dependências externas.</a:t>
          </a:r>
          <a:endParaRPr lang="en-US" sz="2500" kern="1200"/>
        </a:p>
      </dsp:txBody>
      <dsp:txXfrm>
        <a:off x="1331365" y="1441363"/>
        <a:ext cx="9641434" cy="1152697"/>
      </dsp:txXfrm>
    </dsp:sp>
    <dsp:sp modelId="{182CA1A7-D957-4960-8CF6-50D7FD7F2659}">
      <dsp:nvSpPr>
        <dsp:cNvPr id="0" name=""/>
        <dsp:cNvSpPr/>
      </dsp:nvSpPr>
      <dsp:spPr>
        <a:xfrm>
          <a:off x="0" y="2882235"/>
          <a:ext cx="10972800" cy="115269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E89011-B221-412D-AED0-E10B01F555B9}">
      <dsp:nvSpPr>
        <dsp:cNvPr id="0" name=""/>
        <dsp:cNvSpPr/>
      </dsp:nvSpPr>
      <dsp:spPr>
        <a:xfrm>
          <a:off x="348690" y="3141592"/>
          <a:ext cx="633983" cy="63398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23B778-44B8-44C6-8F72-E5B9095AC3C2}">
      <dsp:nvSpPr>
        <dsp:cNvPr id="0" name=""/>
        <dsp:cNvSpPr/>
      </dsp:nvSpPr>
      <dsp:spPr>
        <a:xfrm>
          <a:off x="1331365" y="2882235"/>
          <a:ext cx="9641434" cy="1152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94" tIns="121994" rIns="121994" bIns="12199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/>
            <a:t>Eles aceitam entradas e retornam elementos que descrevem o que deve aparecer na tela.</a:t>
          </a:r>
          <a:endParaRPr lang="en-US" sz="2500" kern="1200"/>
        </a:p>
      </dsp:txBody>
      <dsp:txXfrm>
        <a:off x="1331365" y="2882235"/>
        <a:ext cx="9641434" cy="11526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4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37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678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8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10/17/2025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340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10/17/2025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984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10/17/2025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0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703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10/17/2025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759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263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10/17/2025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76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10/17/2025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15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C2E16-0BE2-FBFF-91EE-FC71CC014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B64F4-9402-0F79-E14A-591AEF7E3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42925"/>
            <a:ext cx="6543674" cy="1461249"/>
          </a:xfrm>
        </p:spPr>
        <p:txBody>
          <a:bodyPr anchor="ctr">
            <a:normAutofit/>
          </a:bodyPr>
          <a:lstStyle/>
          <a:p>
            <a:r>
              <a:rPr lang="pt-BR" sz="4400"/>
              <a:t>Introdução ao Angular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CA30DC-B2DC-35A7-B17B-7902558648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9950" y="540500"/>
            <a:ext cx="4362449" cy="1461249"/>
          </a:xfrm>
        </p:spPr>
        <p:txBody>
          <a:bodyPr anchor="ctr">
            <a:normAutofit/>
          </a:bodyPr>
          <a:lstStyle/>
          <a:p>
            <a:endParaRPr lang="pt-BR" dirty="0"/>
          </a:p>
        </p:txBody>
      </p:sp>
      <p:pic>
        <p:nvPicPr>
          <p:cNvPr id="1026" name="Picture 2" descr="Angular.dev : r/Angular2">
            <a:extLst>
              <a:ext uri="{FF2B5EF4-FFF2-40B4-BE49-F238E27FC236}">
                <a16:creationId xmlns:a16="http://schemas.microsoft.com/office/drawing/2014/main" id="{ECBC2854-E881-7CFE-DDC6-C30471DE7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26" b="11675"/>
          <a:stretch/>
        </p:blipFill>
        <p:spPr bwMode="auto">
          <a:xfrm>
            <a:off x="20" y="2140698"/>
            <a:ext cx="12191980" cy="4717302"/>
          </a:xfrm>
          <a:custGeom>
            <a:avLst/>
            <a:gdLst/>
            <a:ahLst/>
            <a:cxnLst/>
            <a:rect l="l" t="t" r="r" b="b"/>
            <a:pathLst>
              <a:path w="12192000" h="4717302">
                <a:moveTo>
                  <a:pt x="4545624" y="203817"/>
                </a:moveTo>
                <a:cubicBezTo>
                  <a:pt x="4760432" y="212378"/>
                  <a:pt x="4978404" y="270695"/>
                  <a:pt x="5197345" y="381665"/>
                </a:cubicBezTo>
                <a:cubicBezTo>
                  <a:pt x="5469063" y="519380"/>
                  <a:pt x="5697157" y="768676"/>
                  <a:pt x="5904467" y="1003103"/>
                </a:cubicBezTo>
                <a:cubicBezTo>
                  <a:pt x="6460267" y="1631811"/>
                  <a:pt x="7148441" y="1649803"/>
                  <a:pt x="7799404" y="1324958"/>
                </a:cubicBezTo>
                <a:cubicBezTo>
                  <a:pt x="8261577" y="1093435"/>
                  <a:pt x="8699978" y="808698"/>
                  <a:pt x="9177500" y="617080"/>
                </a:cubicBezTo>
                <a:cubicBezTo>
                  <a:pt x="10214180" y="198893"/>
                  <a:pt x="11218758" y="217816"/>
                  <a:pt x="12105586" y="813997"/>
                </a:cubicBezTo>
                <a:lnTo>
                  <a:pt x="12192000" y="876736"/>
                </a:lnTo>
                <a:lnTo>
                  <a:pt x="12192000" y="4717302"/>
                </a:lnTo>
                <a:lnTo>
                  <a:pt x="0" y="4717302"/>
                </a:lnTo>
                <a:lnTo>
                  <a:pt x="0" y="1347411"/>
                </a:lnTo>
                <a:lnTo>
                  <a:pt x="67985" y="1306589"/>
                </a:lnTo>
                <a:cubicBezTo>
                  <a:pt x="399959" y="1135764"/>
                  <a:pt x="748383" y="1140050"/>
                  <a:pt x="1114543" y="1215577"/>
                </a:cubicBezTo>
                <a:cubicBezTo>
                  <a:pt x="1512811" y="1297442"/>
                  <a:pt x="1920266" y="1359021"/>
                  <a:pt x="2324754" y="1365710"/>
                </a:cubicBezTo>
                <a:cubicBezTo>
                  <a:pt x="2699664" y="1371691"/>
                  <a:pt x="2952864" y="1090973"/>
                  <a:pt x="3197198" y="838924"/>
                </a:cubicBezTo>
                <a:cubicBezTo>
                  <a:pt x="3615781" y="406968"/>
                  <a:pt x="4073046" y="184983"/>
                  <a:pt x="4545624" y="203817"/>
                </a:cubicBezTo>
                <a:close/>
                <a:moveTo>
                  <a:pt x="2293086" y="102715"/>
                </a:moveTo>
                <a:cubicBezTo>
                  <a:pt x="2467546" y="91895"/>
                  <a:pt x="2639764" y="184257"/>
                  <a:pt x="2722654" y="350616"/>
                </a:cubicBezTo>
                <a:cubicBezTo>
                  <a:pt x="2833176" y="572429"/>
                  <a:pt x="2743044" y="841796"/>
                  <a:pt x="2521340" y="952264"/>
                </a:cubicBezTo>
                <a:cubicBezTo>
                  <a:pt x="2465913" y="979881"/>
                  <a:pt x="2407510" y="994953"/>
                  <a:pt x="2349358" y="998559"/>
                </a:cubicBezTo>
                <a:cubicBezTo>
                  <a:pt x="2174899" y="1009379"/>
                  <a:pt x="2002682" y="917016"/>
                  <a:pt x="1919790" y="750657"/>
                </a:cubicBezTo>
                <a:cubicBezTo>
                  <a:pt x="1809268" y="528844"/>
                  <a:pt x="1899400" y="259477"/>
                  <a:pt x="2121104" y="149010"/>
                </a:cubicBezTo>
                <a:cubicBezTo>
                  <a:pt x="2176531" y="121393"/>
                  <a:pt x="2234933" y="106322"/>
                  <a:pt x="2293086" y="102715"/>
                </a:cubicBezTo>
                <a:close/>
                <a:moveTo>
                  <a:pt x="3233525" y="424"/>
                </a:moveTo>
                <a:cubicBezTo>
                  <a:pt x="3319824" y="-4928"/>
                  <a:pt x="3405013" y="40760"/>
                  <a:pt x="3446016" y="123053"/>
                </a:cubicBezTo>
                <a:cubicBezTo>
                  <a:pt x="3500689" y="232777"/>
                  <a:pt x="3456103" y="366023"/>
                  <a:pt x="3346432" y="420668"/>
                </a:cubicBezTo>
                <a:cubicBezTo>
                  <a:pt x="3319014" y="434329"/>
                  <a:pt x="3290125" y="441785"/>
                  <a:pt x="3261358" y="443568"/>
                </a:cubicBezTo>
                <a:cubicBezTo>
                  <a:pt x="3175059" y="448921"/>
                  <a:pt x="3089870" y="403232"/>
                  <a:pt x="3048866" y="320940"/>
                </a:cubicBezTo>
                <a:cubicBezTo>
                  <a:pt x="2994194" y="211215"/>
                  <a:pt x="3038779" y="77969"/>
                  <a:pt x="3148451" y="23324"/>
                </a:cubicBezTo>
                <a:cubicBezTo>
                  <a:pt x="3175869" y="9663"/>
                  <a:pt x="3204758" y="2208"/>
                  <a:pt x="3233525" y="42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CA6D40C-1E4A-2068-649D-1668A5A093FC}"/>
              </a:ext>
            </a:extLst>
          </p:cNvPr>
          <p:cNvSpPr txBox="1"/>
          <p:nvPr/>
        </p:nvSpPr>
        <p:spPr>
          <a:xfrm>
            <a:off x="8129402" y="5948168"/>
            <a:ext cx="3452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Prof. Jonas Bernardino de Lima</a:t>
            </a:r>
          </a:p>
        </p:txBody>
      </p:sp>
    </p:spTree>
    <p:extLst>
      <p:ext uri="{BB962C8B-B14F-4D97-AF65-F5344CB8AC3E}">
        <p14:creationId xmlns:p14="http://schemas.microsoft.com/office/powerpoint/2010/main" val="870041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FFF975DA-2F73-4697-B7A9-A2E834712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740B8-A8E5-C924-A0F5-C1AA995BA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</p:spPr>
        <p:txBody>
          <a:bodyPr>
            <a:normAutofit/>
          </a:bodyPr>
          <a:lstStyle/>
          <a:p>
            <a:r>
              <a:rPr lang="pt-BR" dirty="0"/>
              <a:t>Angular</a:t>
            </a:r>
          </a:p>
        </p:txBody>
      </p:sp>
      <p:graphicFrame>
        <p:nvGraphicFramePr>
          <p:cNvPr id="17" name="Espaço Reservado para Conteúdo 2">
            <a:extLst>
              <a:ext uri="{FF2B5EF4-FFF2-40B4-BE49-F238E27FC236}">
                <a16:creationId xmlns:a16="http://schemas.microsoft.com/office/drawing/2014/main" id="{0C0CC381-922E-735B-5AC7-F6F3D96BCC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9608354"/>
              </p:ext>
            </p:extLst>
          </p:nvPr>
        </p:nvGraphicFramePr>
        <p:xfrm>
          <a:off x="609600" y="2106613"/>
          <a:ext cx="10972800" cy="4035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6523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F975DA-2F73-4697-B7A9-A2E834712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E03EB7-ADD8-E183-B0DE-3DC5A80D6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</p:spPr>
        <p:txBody>
          <a:bodyPr>
            <a:normAutofit/>
          </a:bodyPr>
          <a:lstStyle/>
          <a:p>
            <a:r>
              <a:rPr lang="pt-BR" dirty="0"/>
              <a:t>Angular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80016B34-838E-309D-0B40-3DECEE7BC3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5436391"/>
              </p:ext>
            </p:extLst>
          </p:nvPr>
        </p:nvGraphicFramePr>
        <p:xfrm>
          <a:off x="609600" y="2106613"/>
          <a:ext cx="10972800" cy="4035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8992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C4C19-688E-9D18-116E-F55B9E73F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Angular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BB2C276-E981-C89F-D76B-82ABB4C94D8C}"/>
              </a:ext>
            </a:extLst>
          </p:cNvPr>
          <p:cNvSpPr/>
          <p:nvPr/>
        </p:nvSpPr>
        <p:spPr>
          <a:xfrm>
            <a:off x="895349" y="2743200"/>
            <a:ext cx="2479731" cy="12070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Componente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4D56432-C52E-50EB-A977-AA6B4C6ADD7E}"/>
              </a:ext>
            </a:extLst>
          </p:cNvPr>
          <p:cNvSpPr/>
          <p:nvPr/>
        </p:nvSpPr>
        <p:spPr>
          <a:xfrm>
            <a:off x="4279392" y="1220565"/>
            <a:ext cx="6217920" cy="452628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84E611D-5EE6-2DAA-3DED-39970884AE43}"/>
              </a:ext>
            </a:extLst>
          </p:cNvPr>
          <p:cNvSpPr/>
          <p:nvPr/>
        </p:nvSpPr>
        <p:spPr>
          <a:xfrm>
            <a:off x="4465914" y="1779255"/>
            <a:ext cx="3055956" cy="153374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Template</a:t>
            </a:r>
            <a:r>
              <a:rPr lang="pt-BR" dirty="0"/>
              <a:t> HTML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11E736B-009F-3370-55D0-8756A2F52A1E}"/>
              </a:ext>
            </a:extLst>
          </p:cNvPr>
          <p:cNvSpPr/>
          <p:nvPr/>
        </p:nvSpPr>
        <p:spPr>
          <a:xfrm>
            <a:off x="7708392" y="1757143"/>
            <a:ext cx="2606040" cy="15779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Style</a:t>
            </a:r>
            <a:r>
              <a:rPr lang="pt-BR" dirty="0"/>
              <a:t> (</a:t>
            </a:r>
            <a:r>
              <a:rPr lang="pt-BR" dirty="0" err="1"/>
              <a:t>Css</a:t>
            </a:r>
            <a:r>
              <a:rPr lang="pt-BR" dirty="0"/>
              <a:t>)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7D601BF-A2B2-EE03-0EF1-AF2496981E44}"/>
              </a:ext>
            </a:extLst>
          </p:cNvPr>
          <p:cNvSpPr/>
          <p:nvPr/>
        </p:nvSpPr>
        <p:spPr>
          <a:xfrm>
            <a:off x="5862142" y="3607467"/>
            <a:ext cx="2869539" cy="1737519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/>
              <a:t>Class</a:t>
            </a:r>
            <a:r>
              <a:rPr lang="pt-BR" dirty="0"/>
              <a:t> TS</a:t>
            </a:r>
          </a:p>
        </p:txBody>
      </p:sp>
    </p:spTree>
    <p:extLst>
      <p:ext uri="{BB962C8B-B14F-4D97-AF65-F5344CB8AC3E}">
        <p14:creationId xmlns:p14="http://schemas.microsoft.com/office/powerpoint/2010/main" val="3932112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7C62F5-C72D-527E-FCFD-79CA036F6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&lt;</a:t>
            </a:r>
            <a:r>
              <a:rPr lang="pt-BR" dirty="0" err="1"/>
              <a:t>router</a:t>
            </a:r>
            <a:r>
              <a:rPr lang="pt-BR" dirty="0"/>
              <a:t>-outlet&gt; no Angular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F70005-9946-95E1-9D85-889D2C9D3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O que é?</a:t>
            </a:r>
          </a:p>
          <a:p>
            <a:r>
              <a:rPr lang="pt-BR" dirty="0"/>
              <a:t>O &lt;</a:t>
            </a:r>
            <a:r>
              <a:rPr lang="pt-BR" dirty="0" err="1"/>
              <a:t>router</a:t>
            </a:r>
            <a:r>
              <a:rPr lang="pt-BR" dirty="0"/>
              <a:t>-outlet&gt; é </a:t>
            </a:r>
            <a:r>
              <a:rPr lang="pt-BR" b="1" dirty="0"/>
              <a:t>um ponto de injeção de componentes de rota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É </a:t>
            </a:r>
            <a:r>
              <a:rPr lang="pt-BR" b="1" dirty="0"/>
              <a:t>onde o Angular renderiza</a:t>
            </a:r>
            <a:r>
              <a:rPr lang="pt-BR" dirty="0"/>
              <a:t> o componente correspondente à </a:t>
            </a:r>
            <a:r>
              <a:rPr lang="pt-BR" b="1" dirty="0"/>
              <a:t>rota ativa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en-US" dirty="0"/>
              <a:t>&lt;header&gt;Meu Header&lt;/header&gt;</a:t>
            </a:r>
          </a:p>
          <a:p>
            <a:pPr lvl="1"/>
            <a:r>
              <a:rPr lang="en-US" dirty="0"/>
              <a:t>&lt;main&gt;</a:t>
            </a:r>
          </a:p>
          <a:p>
            <a:pPr lvl="1"/>
            <a:r>
              <a:rPr lang="en-US" dirty="0"/>
              <a:t>  &lt;router-outlet&gt;&lt;/router-outlet&gt;</a:t>
            </a:r>
          </a:p>
          <a:p>
            <a:pPr lvl="1"/>
            <a:r>
              <a:rPr lang="en-US" dirty="0"/>
              <a:t>&lt;/main&gt;</a:t>
            </a:r>
          </a:p>
          <a:p>
            <a:r>
              <a:rPr lang="en-US" dirty="0"/>
              <a:t>&lt;footer&gt;Meu Footer&lt;/footer&gt;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735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B850B-FDD3-B164-0F30-F9A6614A2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5A40C-2A96-AC31-7C77-4B7B051C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&lt;</a:t>
            </a:r>
            <a:r>
              <a:rPr lang="pt-BR" dirty="0" err="1"/>
              <a:t>router</a:t>
            </a:r>
            <a:r>
              <a:rPr lang="pt-BR" dirty="0"/>
              <a:t>-outlet&gt; no Angular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3230B2-36C0-FAC9-D2D4-EC0B80548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O conteúdo </a:t>
            </a:r>
            <a:r>
              <a:rPr lang="pt-BR" b="1" dirty="0"/>
              <a:t>fixo</a:t>
            </a:r>
            <a:r>
              <a:rPr lang="pt-BR" dirty="0"/>
              <a:t> (header e </a:t>
            </a:r>
            <a:r>
              <a:rPr lang="pt-BR" dirty="0" err="1"/>
              <a:t>footer</a:t>
            </a:r>
            <a:r>
              <a:rPr lang="pt-BR" dirty="0"/>
              <a:t>) permanece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O conteúdo </a:t>
            </a:r>
            <a:r>
              <a:rPr lang="pt-BR" b="1" dirty="0"/>
              <a:t>dinâmico</a:t>
            </a:r>
            <a:r>
              <a:rPr lang="pt-BR" dirty="0"/>
              <a:t> muda dentro do &lt;</a:t>
            </a:r>
            <a:r>
              <a:rPr lang="pt-BR" dirty="0" err="1"/>
              <a:t>router</a:t>
            </a:r>
            <a:r>
              <a:rPr lang="pt-BR" dirty="0"/>
              <a:t>-outlet&gt;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1180861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8B095A1D234024AAC8595A4180DB91E" ma:contentTypeVersion="0" ma:contentTypeDescription="Crie um novo documento." ma:contentTypeScope="" ma:versionID="f6f393ee658cb69914546fb72fcbeff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74c6ccb71ee63fbc30cff3237551ec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38016C-1B54-4B22-9158-DB3F4901C9A5}">
  <ds:schemaRefs>
    <ds:schemaRef ds:uri="http://purl.org/dc/dcmitype/"/>
    <ds:schemaRef ds:uri="http://schemas.openxmlformats.org/package/2006/metadata/core-properties"/>
    <ds:schemaRef ds:uri="20a1473d-d7fd-4fd2-a9ad-5f326ce4fe3b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60FD117-064B-45A2-AE23-39D45E50D587}"/>
</file>

<file path=customXml/itemProps3.xml><?xml version="1.0" encoding="utf-8"?>
<ds:datastoreItem xmlns:ds="http://schemas.openxmlformats.org/officeDocument/2006/customXml" ds:itemID="{41155A63-EAC5-4E10-A8A7-00BD0DFFFA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199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Avenir Next LT Pro</vt:lpstr>
      <vt:lpstr>Posterama</vt:lpstr>
      <vt:lpstr>SplashVTI</vt:lpstr>
      <vt:lpstr>Introdução ao Angular</vt:lpstr>
      <vt:lpstr>Angular</vt:lpstr>
      <vt:lpstr>Angular</vt:lpstr>
      <vt:lpstr>Angular</vt:lpstr>
      <vt:lpstr>&lt;router-outlet&gt; no Angular</vt:lpstr>
      <vt:lpstr>&lt;router-outlet&gt; no Angular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Bernardino de Lima</dc:creator>
  <cp:lastModifiedBy>Jonas Bernardino de Lima</cp:lastModifiedBy>
  <cp:revision>4</cp:revision>
  <dcterms:created xsi:type="dcterms:W3CDTF">2024-10-23T01:57:04Z</dcterms:created>
  <dcterms:modified xsi:type="dcterms:W3CDTF">2025-10-17T21:00:15Z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0x010100F8B095A1D234024AAC8595A4180DB91E</vt:lpwstr>
  </property>
</Properties>
</file>