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sldIdLst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1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s Bernardino de Lima" userId="d657eb67-de73-4613-89cd-f7a0298faf60" providerId="ADAL" clId="{B9F16B3E-3E7D-472E-9E3F-FC610077F097}"/>
    <pc:docChg chg="undo custSel addSld modSld sldOrd">
      <pc:chgData name="Jonas Bernardino de Lima" userId="d657eb67-de73-4613-89cd-f7a0298faf60" providerId="ADAL" clId="{B9F16B3E-3E7D-472E-9E3F-FC610077F097}" dt="2024-10-24T22:51:08.908" v="484" actId="20577"/>
      <pc:docMkLst>
        <pc:docMk/>
      </pc:docMkLst>
      <pc:sldChg chg="addSp delSp modSp mod">
        <pc:chgData name="Jonas Bernardino de Lima" userId="d657eb67-de73-4613-89cd-f7a0298faf60" providerId="ADAL" clId="{B9F16B3E-3E7D-472E-9E3F-FC610077F097}" dt="2024-10-24T21:14:57.776" v="480" actId="14100"/>
        <pc:sldMkLst>
          <pc:docMk/>
          <pc:sldMk cId="2542491649" sldId="256"/>
        </pc:sldMkLst>
      </pc:sldChg>
      <pc:sldChg chg="addSp delSp modSp new mod setBg modAnim">
        <pc:chgData name="Jonas Bernardino de Lima" userId="d657eb67-de73-4613-89cd-f7a0298faf60" providerId="ADAL" clId="{B9F16B3E-3E7D-472E-9E3F-FC610077F097}" dt="2024-10-23T03:35:13.096" v="14"/>
        <pc:sldMkLst>
          <pc:docMk/>
          <pc:sldMk cId="1251093969" sldId="259"/>
        </pc:sldMkLst>
      </pc:sldChg>
      <pc:sldChg chg="addSp modSp new mod ord">
        <pc:chgData name="Jonas Bernardino de Lima" userId="d657eb67-de73-4613-89cd-f7a0298faf60" providerId="ADAL" clId="{B9F16B3E-3E7D-472E-9E3F-FC610077F097}" dt="2024-10-24T22:51:08.908" v="484" actId="20577"/>
        <pc:sldMkLst>
          <pc:docMk/>
          <pc:sldMk cId="2787141633" sldId="260"/>
        </pc:sldMkLst>
      </pc:sldChg>
      <pc:sldChg chg="addSp modSp new mod setBg">
        <pc:chgData name="Jonas Bernardino de Lima" userId="d657eb67-de73-4613-89cd-f7a0298faf60" providerId="ADAL" clId="{B9F16B3E-3E7D-472E-9E3F-FC610077F097}" dt="2024-10-23T03:52:41.296" v="259" actId="113"/>
        <pc:sldMkLst>
          <pc:docMk/>
          <pc:sldMk cId="1033353272" sldId="261"/>
        </pc:sldMkLst>
      </pc:sldChg>
      <pc:sldChg chg="addSp delSp modSp new mod setBg">
        <pc:chgData name="Jonas Bernardino de Lima" userId="d657eb67-de73-4613-89cd-f7a0298faf60" providerId="ADAL" clId="{B9F16B3E-3E7D-472E-9E3F-FC610077F097}" dt="2024-10-23T03:42:06.237" v="121" actId="1076"/>
        <pc:sldMkLst>
          <pc:docMk/>
          <pc:sldMk cId="3033552037" sldId="262"/>
        </pc:sldMkLst>
      </pc:sldChg>
      <pc:sldChg chg="modSp new mod">
        <pc:chgData name="Jonas Bernardino de Lima" userId="d657eb67-de73-4613-89cd-f7a0298faf60" providerId="ADAL" clId="{B9F16B3E-3E7D-472E-9E3F-FC610077F097}" dt="2024-10-23T03:45:54.920" v="156" actId="27636"/>
        <pc:sldMkLst>
          <pc:docMk/>
          <pc:sldMk cId="3643509139" sldId="263"/>
        </pc:sldMkLst>
      </pc:sldChg>
      <pc:sldChg chg="addSp delSp modSp new mod setBg">
        <pc:chgData name="Jonas Bernardino de Lima" userId="d657eb67-de73-4613-89cd-f7a0298faf60" providerId="ADAL" clId="{B9F16B3E-3E7D-472E-9E3F-FC610077F097}" dt="2024-10-23T03:58:22.530" v="269" actId="13926"/>
        <pc:sldMkLst>
          <pc:docMk/>
          <pc:sldMk cId="1446987360" sldId="264"/>
        </pc:sldMkLst>
      </pc:sldChg>
      <pc:sldChg chg="addSp delSp modSp add mod">
        <pc:chgData name="Jonas Bernardino de Lima" userId="d657eb67-de73-4613-89cd-f7a0298faf60" providerId="ADAL" clId="{B9F16B3E-3E7D-472E-9E3F-FC610077F097}" dt="2024-10-23T04:00:12.970" v="295" actId="14100"/>
        <pc:sldMkLst>
          <pc:docMk/>
          <pc:sldMk cId="776721998" sldId="265"/>
        </pc:sldMkLst>
      </pc:sldChg>
      <pc:sldChg chg="addSp modSp new mod">
        <pc:chgData name="Jonas Bernardino de Lima" userId="d657eb67-de73-4613-89cd-f7a0298faf60" providerId="ADAL" clId="{B9F16B3E-3E7D-472E-9E3F-FC610077F097}" dt="2024-10-23T04:01:49.276" v="321" actId="113"/>
        <pc:sldMkLst>
          <pc:docMk/>
          <pc:sldMk cId="2084941030" sldId="266"/>
        </pc:sldMkLst>
      </pc:sldChg>
      <pc:sldChg chg="addSp delSp modSp new mod">
        <pc:chgData name="Jonas Bernardino de Lima" userId="d657eb67-de73-4613-89cd-f7a0298faf60" providerId="ADAL" clId="{B9F16B3E-3E7D-472E-9E3F-FC610077F097}" dt="2024-10-23T04:04:32.182" v="368" actId="115"/>
        <pc:sldMkLst>
          <pc:docMk/>
          <pc:sldMk cId="2729170058" sldId="267"/>
        </pc:sldMkLst>
      </pc:sldChg>
      <pc:sldChg chg="addSp delSp modSp new mod setBg">
        <pc:chgData name="Jonas Bernardino de Lima" userId="d657eb67-de73-4613-89cd-f7a0298faf60" providerId="ADAL" clId="{B9F16B3E-3E7D-472E-9E3F-FC610077F097}" dt="2024-10-23T04:08:12.681" v="388" actId="207"/>
        <pc:sldMkLst>
          <pc:docMk/>
          <pc:sldMk cId="1476585880" sldId="268"/>
        </pc:sldMkLst>
      </pc:sldChg>
      <pc:sldChg chg="addSp delSp modSp new mod setBg">
        <pc:chgData name="Jonas Bernardino de Lima" userId="d657eb67-de73-4613-89cd-f7a0298faf60" providerId="ADAL" clId="{B9F16B3E-3E7D-472E-9E3F-FC610077F097}" dt="2024-10-23T04:09:08.134" v="401" actId="26606"/>
        <pc:sldMkLst>
          <pc:docMk/>
          <pc:sldMk cId="903827317" sldId="269"/>
        </pc:sldMkLst>
      </pc:sldChg>
      <pc:sldChg chg="addSp modSp new mod">
        <pc:chgData name="Jonas Bernardino de Lima" userId="d657eb67-de73-4613-89cd-f7a0298faf60" providerId="ADAL" clId="{B9F16B3E-3E7D-472E-9E3F-FC610077F097}" dt="2024-10-23T04:21:27.185" v="468"/>
        <pc:sldMkLst>
          <pc:docMk/>
          <pc:sldMk cId="3821142021" sldId="270"/>
        </pc:sldMkLst>
      </pc:sldChg>
      <pc:sldChg chg="delSp add setBg delDesignElem">
        <pc:chgData name="Jonas Bernardino de Lima" userId="d657eb67-de73-4613-89cd-f7a0298faf60" providerId="ADAL" clId="{B9F16B3E-3E7D-472E-9E3F-FC610077F097}" dt="2024-10-23T04:22:16.223" v="470"/>
        <pc:sldMkLst>
          <pc:docMk/>
          <pc:sldMk cId="870041456" sldId="271"/>
        </pc:sldMkLst>
      </pc:sldChg>
      <pc:sldChg chg="addSp delSp modSp new mod">
        <pc:chgData name="Jonas Bernardino de Lima" userId="d657eb67-de73-4613-89cd-f7a0298faf60" providerId="ADAL" clId="{B9F16B3E-3E7D-472E-9E3F-FC610077F097}" dt="2024-10-23T04:23:33.340" v="474" actId="22"/>
        <pc:sldMkLst>
          <pc:docMk/>
          <pc:sldMk cId="1408389860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4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37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7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3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84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0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70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59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6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76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15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C2E16-0BE2-FBFF-91EE-FC71CC014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B64F4-9402-0F79-E14A-591AEF7E3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42925"/>
            <a:ext cx="6543674" cy="1461249"/>
          </a:xfrm>
        </p:spPr>
        <p:txBody>
          <a:bodyPr anchor="ctr">
            <a:normAutofit/>
          </a:bodyPr>
          <a:lstStyle/>
          <a:p>
            <a:r>
              <a:rPr lang="pt-BR" sz="4400"/>
              <a:t>Introdução ao Angular</a:t>
            </a:r>
          </a:p>
        </p:txBody>
      </p:sp>
      <p:pic>
        <p:nvPicPr>
          <p:cNvPr id="1026" name="Picture 2" descr="Angular.dev : r/Angular2">
            <a:extLst>
              <a:ext uri="{FF2B5EF4-FFF2-40B4-BE49-F238E27FC236}">
                <a16:creationId xmlns:a16="http://schemas.microsoft.com/office/drawing/2014/main" id="{ECBC2854-E881-7CFE-DDC6-C30471DE7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26" b="11675"/>
          <a:stretch/>
        </p:blipFill>
        <p:spPr bwMode="auto">
          <a:xfrm>
            <a:off x="20" y="2140698"/>
            <a:ext cx="12191980" cy="4717302"/>
          </a:xfrm>
          <a:custGeom>
            <a:avLst/>
            <a:gdLst/>
            <a:ahLst/>
            <a:cxnLst/>
            <a:rect l="l" t="t" r="r" b="b"/>
            <a:pathLst>
              <a:path w="12192000" h="4717302">
                <a:moveTo>
                  <a:pt x="4545624" y="203817"/>
                </a:moveTo>
                <a:cubicBezTo>
                  <a:pt x="4760432" y="212378"/>
                  <a:pt x="4978404" y="270695"/>
                  <a:pt x="5197345" y="381665"/>
                </a:cubicBezTo>
                <a:cubicBezTo>
                  <a:pt x="5469063" y="519380"/>
                  <a:pt x="5697157" y="768676"/>
                  <a:pt x="5904467" y="1003103"/>
                </a:cubicBezTo>
                <a:cubicBezTo>
                  <a:pt x="6460267" y="1631811"/>
                  <a:pt x="7148441" y="1649803"/>
                  <a:pt x="7799404" y="1324958"/>
                </a:cubicBezTo>
                <a:cubicBezTo>
                  <a:pt x="8261577" y="1093435"/>
                  <a:pt x="8699978" y="808698"/>
                  <a:pt x="9177500" y="617080"/>
                </a:cubicBezTo>
                <a:cubicBezTo>
                  <a:pt x="10214180" y="198893"/>
                  <a:pt x="11218758" y="217816"/>
                  <a:pt x="12105586" y="813997"/>
                </a:cubicBezTo>
                <a:lnTo>
                  <a:pt x="12192000" y="876736"/>
                </a:lnTo>
                <a:lnTo>
                  <a:pt x="12192000" y="4717302"/>
                </a:lnTo>
                <a:lnTo>
                  <a:pt x="0" y="4717302"/>
                </a:lnTo>
                <a:lnTo>
                  <a:pt x="0" y="1347411"/>
                </a:lnTo>
                <a:lnTo>
                  <a:pt x="67985" y="1306589"/>
                </a:lnTo>
                <a:cubicBezTo>
                  <a:pt x="399959" y="1135764"/>
                  <a:pt x="748383" y="1140050"/>
                  <a:pt x="1114543" y="1215577"/>
                </a:cubicBezTo>
                <a:cubicBezTo>
                  <a:pt x="1512811" y="1297442"/>
                  <a:pt x="1920266" y="1359021"/>
                  <a:pt x="2324754" y="1365710"/>
                </a:cubicBezTo>
                <a:cubicBezTo>
                  <a:pt x="2699664" y="1371691"/>
                  <a:pt x="2952864" y="1090973"/>
                  <a:pt x="3197198" y="838924"/>
                </a:cubicBezTo>
                <a:cubicBezTo>
                  <a:pt x="3615781" y="406968"/>
                  <a:pt x="4073046" y="184983"/>
                  <a:pt x="4545624" y="203817"/>
                </a:cubicBezTo>
                <a:close/>
                <a:moveTo>
                  <a:pt x="2293086" y="102715"/>
                </a:moveTo>
                <a:cubicBezTo>
                  <a:pt x="2467546" y="91895"/>
                  <a:pt x="2639764" y="184257"/>
                  <a:pt x="2722654" y="350616"/>
                </a:cubicBezTo>
                <a:cubicBezTo>
                  <a:pt x="2833176" y="572429"/>
                  <a:pt x="2743044" y="841796"/>
                  <a:pt x="2521340" y="952264"/>
                </a:cubicBezTo>
                <a:cubicBezTo>
                  <a:pt x="2465913" y="979881"/>
                  <a:pt x="2407510" y="994953"/>
                  <a:pt x="2349358" y="998559"/>
                </a:cubicBezTo>
                <a:cubicBezTo>
                  <a:pt x="2174899" y="1009379"/>
                  <a:pt x="2002682" y="917016"/>
                  <a:pt x="1919790" y="750657"/>
                </a:cubicBezTo>
                <a:cubicBezTo>
                  <a:pt x="1809268" y="528844"/>
                  <a:pt x="1899400" y="259477"/>
                  <a:pt x="2121104" y="149010"/>
                </a:cubicBezTo>
                <a:cubicBezTo>
                  <a:pt x="2176531" y="121393"/>
                  <a:pt x="2234933" y="106322"/>
                  <a:pt x="2293086" y="102715"/>
                </a:cubicBezTo>
                <a:close/>
                <a:moveTo>
                  <a:pt x="3233525" y="424"/>
                </a:moveTo>
                <a:cubicBezTo>
                  <a:pt x="3319824" y="-4928"/>
                  <a:pt x="3405013" y="40760"/>
                  <a:pt x="3446016" y="123053"/>
                </a:cubicBezTo>
                <a:cubicBezTo>
                  <a:pt x="3500689" y="232777"/>
                  <a:pt x="3456103" y="366023"/>
                  <a:pt x="3346432" y="420668"/>
                </a:cubicBezTo>
                <a:cubicBezTo>
                  <a:pt x="3319014" y="434329"/>
                  <a:pt x="3290125" y="441785"/>
                  <a:pt x="3261358" y="443568"/>
                </a:cubicBezTo>
                <a:cubicBezTo>
                  <a:pt x="3175059" y="448921"/>
                  <a:pt x="3089870" y="403232"/>
                  <a:pt x="3048866" y="320940"/>
                </a:cubicBezTo>
                <a:cubicBezTo>
                  <a:pt x="2994194" y="211215"/>
                  <a:pt x="3038779" y="77969"/>
                  <a:pt x="3148451" y="23324"/>
                </a:cubicBezTo>
                <a:cubicBezTo>
                  <a:pt x="3175869" y="9663"/>
                  <a:pt x="3204758" y="2208"/>
                  <a:pt x="3233525" y="42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CA6D40C-1E4A-2068-649D-1668A5A093FC}"/>
              </a:ext>
            </a:extLst>
          </p:cNvPr>
          <p:cNvSpPr txBox="1"/>
          <p:nvPr/>
        </p:nvSpPr>
        <p:spPr>
          <a:xfrm>
            <a:off x="8509630" y="6174995"/>
            <a:ext cx="3682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Professor Jonas Bernardino</a:t>
            </a:r>
          </a:p>
          <a:p>
            <a:r>
              <a:rPr lang="pt-BR" sz="1400" dirty="0">
                <a:solidFill>
                  <a:schemeClr val="bg1"/>
                </a:solidFill>
              </a:rPr>
              <a:t>Desenvolvedor Sênior e Mestrando em TI</a:t>
            </a:r>
          </a:p>
        </p:txBody>
      </p:sp>
      <p:pic>
        <p:nvPicPr>
          <p:cNvPr id="5" name="Picture 2" descr="Nenhuma descrição de foto disponível.">
            <a:extLst>
              <a:ext uri="{FF2B5EF4-FFF2-40B4-BE49-F238E27FC236}">
                <a16:creationId xmlns:a16="http://schemas.microsoft.com/office/drawing/2014/main" id="{640F825A-9DDD-E70E-5D98-5D60E64C7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2895" y="228955"/>
            <a:ext cx="1371243" cy="137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041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Background Fill">
            <a:extLst>
              <a:ext uri="{FF2B5EF4-FFF2-40B4-BE49-F238E27FC236}">
                <a16:creationId xmlns:a16="http://schemas.microsoft.com/office/drawing/2014/main" id="{18D902C6-08DE-45F8-B54A-41065C31B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B3AFF00-BBA4-4343-8496-80833519A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9" y="1"/>
            <a:ext cx="8916078" cy="6857999"/>
          </a:xfrm>
          <a:custGeom>
            <a:avLst/>
            <a:gdLst>
              <a:gd name="connsiteX0" fmla="*/ 8183400 w 8916078"/>
              <a:gd name="connsiteY0" fmla="*/ 3865853 h 6820849"/>
              <a:gd name="connsiteX1" fmla="*/ 8259593 w 8916078"/>
              <a:gd name="connsiteY1" fmla="*/ 3878252 h 6820849"/>
              <a:gd name="connsiteX2" fmla="*/ 8529076 w 8916078"/>
              <a:gd name="connsiteY2" fmla="*/ 4345010 h 6820849"/>
              <a:gd name="connsiteX3" fmla="*/ 8062319 w 8916078"/>
              <a:gd name="connsiteY3" fmla="*/ 4614493 h 6820849"/>
              <a:gd name="connsiteX4" fmla="*/ 7792836 w 8916078"/>
              <a:gd name="connsiteY4" fmla="*/ 4147735 h 6820849"/>
              <a:gd name="connsiteX5" fmla="*/ 8183400 w 8916078"/>
              <a:gd name="connsiteY5" fmla="*/ 3865853 h 6820849"/>
              <a:gd name="connsiteX6" fmla="*/ 8734942 w 8916078"/>
              <a:gd name="connsiteY6" fmla="*/ 2667480 h 6820849"/>
              <a:gd name="connsiteX7" fmla="*/ 8773412 w 8916078"/>
              <a:gd name="connsiteY7" fmla="*/ 2673741 h 6820849"/>
              <a:gd name="connsiteX8" fmla="*/ 8909474 w 8916078"/>
              <a:gd name="connsiteY8" fmla="*/ 2909407 h 6820849"/>
              <a:gd name="connsiteX9" fmla="*/ 8673808 w 8916078"/>
              <a:gd name="connsiteY9" fmla="*/ 3045469 h 6820849"/>
              <a:gd name="connsiteX10" fmla="*/ 8537746 w 8916078"/>
              <a:gd name="connsiteY10" fmla="*/ 2809802 h 6820849"/>
              <a:gd name="connsiteX11" fmla="*/ 8697151 w 8916078"/>
              <a:gd name="connsiteY11" fmla="*/ 2668961 h 6820849"/>
              <a:gd name="connsiteX12" fmla="*/ 8734942 w 8916078"/>
              <a:gd name="connsiteY12" fmla="*/ 2667480 h 6820849"/>
              <a:gd name="connsiteX13" fmla="*/ 8776652 w 8916078"/>
              <a:gd name="connsiteY13" fmla="*/ 1 h 6820849"/>
              <a:gd name="connsiteX14" fmla="*/ 8786961 w 8916078"/>
              <a:gd name="connsiteY14" fmla="*/ 42970 h 6820849"/>
              <a:gd name="connsiteX15" fmla="*/ 8775876 w 8916078"/>
              <a:gd name="connsiteY15" fmla="*/ 219853 h 6820849"/>
              <a:gd name="connsiteX16" fmla="*/ 8229255 w 8916078"/>
              <a:gd name="connsiteY16" fmla="*/ 535444 h 6820849"/>
              <a:gd name="connsiteX17" fmla="*/ 7899142 w 8916078"/>
              <a:gd name="connsiteY17" fmla="*/ 78053 h 6820849"/>
              <a:gd name="connsiteX18" fmla="*/ 7911844 w 8916078"/>
              <a:gd name="connsiteY18" fmla="*/ 1 h 6820849"/>
              <a:gd name="connsiteX19" fmla="*/ 0 w 8916078"/>
              <a:gd name="connsiteY19" fmla="*/ 0 h 6820849"/>
              <a:gd name="connsiteX20" fmla="*/ 3064542 w 8916078"/>
              <a:gd name="connsiteY20" fmla="*/ 1 h 6820849"/>
              <a:gd name="connsiteX21" fmla="*/ 3626351 w 8916078"/>
              <a:gd name="connsiteY21" fmla="*/ 1 h 6820849"/>
              <a:gd name="connsiteX22" fmla="*/ 6388767 w 8916078"/>
              <a:gd name="connsiteY22" fmla="*/ 1 h 6820849"/>
              <a:gd name="connsiteX23" fmla="*/ 7293415 w 8916078"/>
              <a:gd name="connsiteY23" fmla="*/ 1 h 6820849"/>
              <a:gd name="connsiteX24" fmla="*/ 7285291 w 8916078"/>
              <a:gd name="connsiteY24" fmla="*/ 184997 h 6820849"/>
              <a:gd name="connsiteX25" fmla="*/ 7288318 w 8916078"/>
              <a:gd name="connsiteY25" fmla="*/ 419996 h 6820849"/>
              <a:gd name="connsiteX26" fmla="*/ 7736280 w 8916078"/>
              <a:gd name="connsiteY26" fmla="*/ 1068100 h 6820849"/>
              <a:gd name="connsiteX27" fmla="*/ 8184147 w 8916078"/>
              <a:gd name="connsiteY27" fmla="*/ 2589406 h 6820849"/>
              <a:gd name="connsiteX28" fmla="*/ 7738154 w 8916078"/>
              <a:gd name="connsiteY28" fmla="*/ 3164270 h 6820849"/>
              <a:gd name="connsiteX29" fmla="*/ 7579762 w 8916078"/>
              <a:gd name="connsiteY29" fmla="*/ 4641256 h 6820849"/>
              <a:gd name="connsiteX30" fmla="*/ 8191492 w 8916078"/>
              <a:gd name="connsiteY30" fmla="*/ 5670858 h 6820849"/>
              <a:gd name="connsiteX31" fmla="*/ 8477065 w 8916078"/>
              <a:gd name="connsiteY31" fmla="*/ 6707671 h 6820849"/>
              <a:gd name="connsiteX32" fmla="*/ 8478852 w 8916078"/>
              <a:gd name="connsiteY32" fmla="*/ 6820849 h 6820849"/>
              <a:gd name="connsiteX33" fmla="*/ 0 w 8916078"/>
              <a:gd name="connsiteY33" fmla="*/ 6820849 h 6820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916078" h="6820849">
                <a:moveTo>
                  <a:pt x="8183400" y="3865853"/>
                </a:moveTo>
                <a:cubicBezTo>
                  <a:pt x="8208679" y="3867370"/>
                  <a:pt x="8234181" y="3871443"/>
                  <a:pt x="8259593" y="3878252"/>
                </a:cubicBezTo>
                <a:cubicBezTo>
                  <a:pt x="8462901" y="3932728"/>
                  <a:pt x="8583552" y="4141703"/>
                  <a:pt x="8529076" y="4345010"/>
                </a:cubicBezTo>
                <a:cubicBezTo>
                  <a:pt x="8474600" y="4548317"/>
                  <a:pt x="8265626" y="4668969"/>
                  <a:pt x="8062319" y="4614493"/>
                </a:cubicBezTo>
                <a:cubicBezTo>
                  <a:pt x="7859012" y="4560017"/>
                  <a:pt x="7738360" y="4351042"/>
                  <a:pt x="7792836" y="4147735"/>
                </a:cubicBezTo>
                <a:cubicBezTo>
                  <a:pt x="7840502" y="3969841"/>
                  <a:pt x="8006457" y="3855230"/>
                  <a:pt x="8183400" y="3865853"/>
                </a:cubicBezTo>
                <a:close/>
                <a:moveTo>
                  <a:pt x="8734942" y="2667480"/>
                </a:moveTo>
                <a:cubicBezTo>
                  <a:pt x="8747705" y="2668246"/>
                  <a:pt x="8760581" y="2670303"/>
                  <a:pt x="8773412" y="2673741"/>
                </a:cubicBezTo>
                <a:cubicBezTo>
                  <a:pt x="8876062" y="2701246"/>
                  <a:pt x="8936980" y="2806757"/>
                  <a:pt x="8909474" y="2909407"/>
                </a:cubicBezTo>
                <a:cubicBezTo>
                  <a:pt x="8881969" y="3012057"/>
                  <a:pt x="8776458" y="3072974"/>
                  <a:pt x="8673808" y="3045469"/>
                </a:cubicBezTo>
                <a:cubicBezTo>
                  <a:pt x="8571158" y="3017965"/>
                  <a:pt x="8510241" y="2912452"/>
                  <a:pt x="8537746" y="2809802"/>
                </a:cubicBezTo>
                <a:cubicBezTo>
                  <a:pt x="8558375" y="2732815"/>
                  <a:pt x="8622882" y="2679302"/>
                  <a:pt x="8697151" y="2668961"/>
                </a:cubicBezTo>
                <a:cubicBezTo>
                  <a:pt x="8709529" y="2667237"/>
                  <a:pt x="8722180" y="2666714"/>
                  <a:pt x="8734942" y="2667480"/>
                </a:cubicBezTo>
                <a:close/>
                <a:moveTo>
                  <a:pt x="8776652" y="1"/>
                </a:moveTo>
                <a:lnTo>
                  <a:pt x="8786961" y="42970"/>
                </a:lnTo>
                <a:cubicBezTo>
                  <a:pt x="8794957" y="100392"/>
                  <a:pt x="8791826" y="160330"/>
                  <a:pt x="8775876" y="219853"/>
                </a:cubicBezTo>
                <a:cubicBezTo>
                  <a:pt x="8712079" y="457946"/>
                  <a:pt x="8467349" y="599241"/>
                  <a:pt x="8229255" y="535444"/>
                </a:cubicBezTo>
                <a:cubicBezTo>
                  <a:pt x="8020924" y="479621"/>
                  <a:pt x="7886703" y="285271"/>
                  <a:pt x="7899142" y="78053"/>
                </a:cubicBezTo>
                <a:lnTo>
                  <a:pt x="7911844" y="1"/>
                </a:lnTo>
                <a:close/>
                <a:moveTo>
                  <a:pt x="0" y="0"/>
                </a:moveTo>
                <a:lnTo>
                  <a:pt x="3064542" y="1"/>
                </a:lnTo>
                <a:lnTo>
                  <a:pt x="3626351" y="1"/>
                </a:lnTo>
                <a:lnTo>
                  <a:pt x="6388767" y="1"/>
                </a:lnTo>
                <a:lnTo>
                  <a:pt x="7293415" y="1"/>
                </a:lnTo>
                <a:lnTo>
                  <a:pt x="7285291" y="184997"/>
                </a:lnTo>
                <a:cubicBezTo>
                  <a:pt x="7283933" y="263521"/>
                  <a:pt x="7284806" y="341911"/>
                  <a:pt x="7288318" y="419996"/>
                </a:cubicBezTo>
                <a:cubicBezTo>
                  <a:pt x="7301507" y="709488"/>
                  <a:pt x="7530168" y="891535"/>
                  <a:pt x="7736280" y="1068100"/>
                </a:cubicBezTo>
                <a:cubicBezTo>
                  <a:pt x="8250069" y="1508062"/>
                  <a:pt x="8424916" y="2032159"/>
                  <a:pt x="8184147" y="2589406"/>
                </a:cubicBezTo>
                <a:cubicBezTo>
                  <a:pt x="8090773" y="2805524"/>
                  <a:pt x="7909218" y="2993264"/>
                  <a:pt x="7738154" y="3164270"/>
                </a:cubicBezTo>
                <a:cubicBezTo>
                  <a:pt x="7279360" y="3622745"/>
                  <a:pt x="7298159" y="4154456"/>
                  <a:pt x="7579762" y="4641256"/>
                </a:cubicBezTo>
                <a:cubicBezTo>
                  <a:pt x="7780382" y="4986833"/>
                  <a:pt x="8020938" y="5311557"/>
                  <a:pt x="8191492" y="5670858"/>
                </a:cubicBezTo>
                <a:cubicBezTo>
                  <a:pt x="8357544" y="6019043"/>
                  <a:pt x="8456063" y="6366409"/>
                  <a:pt x="8477065" y="6707671"/>
                </a:cubicBezTo>
                <a:lnTo>
                  <a:pt x="8478852" y="6820849"/>
                </a:lnTo>
                <a:lnTo>
                  <a:pt x="0" y="68208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CC0CAA-EB38-ACF0-95B6-34BE9E529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4"/>
            <a:ext cx="6693027" cy="1166242"/>
          </a:xfrm>
        </p:spPr>
        <p:txBody>
          <a:bodyPr>
            <a:normAutofit/>
          </a:bodyPr>
          <a:lstStyle/>
          <a:p>
            <a:r>
              <a:rPr lang="pt-BR" dirty="0" err="1"/>
              <a:t>Template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E65018-4149-C46B-27B0-C2F4C869B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6693027" cy="2240529"/>
          </a:xfrm>
        </p:spPr>
        <p:txBody>
          <a:bodyPr>
            <a:normAutofit/>
          </a:bodyPr>
          <a:lstStyle/>
          <a:p>
            <a:r>
              <a:rPr lang="pt-BR"/>
              <a:t>Template no Angular é uma parte de um página da web que contém elementos HTML e códigos Angular para exibir informações dinâmicas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888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D61CA8-32C6-6641-7167-E84CF21A4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752" y="552782"/>
            <a:ext cx="5919373" cy="1611920"/>
          </a:xfrm>
        </p:spPr>
        <p:txBody>
          <a:bodyPr>
            <a:normAutofit/>
          </a:bodyPr>
          <a:lstStyle/>
          <a:p>
            <a:r>
              <a:rPr lang="pt-BR" dirty="0" err="1"/>
              <a:t>Template</a:t>
            </a:r>
            <a:endParaRPr lang="pt-BR" dirty="0"/>
          </a:p>
        </p:txBody>
      </p:sp>
      <p:pic>
        <p:nvPicPr>
          <p:cNvPr id="15" name="Picture 4" descr="Tela de fundo abstrata">
            <a:extLst>
              <a:ext uri="{FF2B5EF4-FFF2-40B4-BE49-F238E27FC236}">
                <a16:creationId xmlns:a16="http://schemas.microsoft.com/office/drawing/2014/main" id="{84A69A0E-58F0-30B6-78A8-02A1FA503F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796" r="5243"/>
          <a:stretch>
            <a:fillRect/>
          </a:stretch>
        </p:blipFill>
        <p:spPr>
          <a:xfrm>
            <a:off x="20" y="10"/>
            <a:ext cx="5710632" cy="6857990"/>
          </a:xfrm>
          <a:custGeom>
            <a:avLst/>
            <a:gdLst/>
            <a:ahLst/>
            <a:cxnLst/>
            <a:rect l="l" t="t" r="r" b="b"/>
            <a:pathLst>
              <a:path w="5710652" h="6858000">
                <a:moveTo>
                  <a:pt x="4831301" y="0"/>
                </a:moveTo>
                <a:lnTo>
                  <a:pt x="5696109" y="0"/>
                </a:lnTo>
                <a:lnTo>
                  <a:pt x="5706418" y="42969"/>
                </a:lnTo>
                <a:cubicBezTo>
                  <a:pt x="5714414" y="100391"/>
                  <a:pt x="5711283" y="160329"/>
                  <a:pt x="5695333" y="219852"/>
                </a:cubicBezTo>
                <a:cubicBezTo>
                  <a:pt x="5631536" y="457945"/>
                  <a:pt x="5386806" y="599240"/>
                  <a:pt x="5148712" y="535443"/>
                </a:cubicBezTo>
                <a:cubicBezTo>
                  <a:pt x="4940381" y="479621"/>
                  <a:pt x="4806160" y="285271"/>
                  <a:pt x="4818599" y="78052"/>
                </a:cubicBezTo>
                <a:close/>
                <a:moveTo>
                  <a:pt x="0" y="0"/>
                </a:moveTo>
                <a:lnTo>
                  <a:pt x="545808" y="0"/>
                </a:lnTo>
                <a:lnTo>
                  <a:pt x="4212872" y="0"/>
                </a:lnTo>
                <a:lnTo>
                  <a:pt x="4204748" y="184996"/>
                </a:lnTo>
                <a:cubicBezTo>
                  <a:pt x="4203390" y="263520"/>
                  <a:pt x="4204263" y="341910"/>
                  <a:pt x="4207775" y="419995"/>
                </a:cubicBezTo>
                <a:cubicBezTo>
                  <a:pt x="4220964" y="709488"/>
                  <a:pt x="4449625" y="891535"/>
                  <a:pt x="4655737" y="1068099"/>
                </a:cubicBezTo>
                <a:cubicBezTo>
                  <a:pt x="5169527" y="1508061"/>
                  <a:pt x="5344373" y="2032158"/>
                  <a:pt x="5103604" y="2589405"/>
                </a:cubicBezTo>
                <a:cubicBezTo>
                  <a:pt x="5010230" y="2805523"/>
                  <a:pt x="4828675" y="2993264"/>
                  <a:pt x="4657611" y="3164269"/>
                </a:cubicBezTo>
                <a:cubicBezTo>
                  <a:pt x="4198817" y="3622744"/>
                  <a:pt x="4217616" y="4154456"/>
                  <a:pt x="4499219" y="4641255"/>
                </a:cubicBezTo>
                <a:cubicBezTo>
                  <a:pt x="4699839" y="4986832"/>
                  <a:pt x="4940395" y="5311556"/>
                  <a:pt x="5110950" y="5670858"/>
                </a:cubicBezTo>
                <a:cubicBezTo>
                  <a:pt x="5277001" y="6019042"/>
                  <a:pt x="5375520" y="6366409"/>
                  <a:pt x="5396522" y="6707670"/>
                </a:cubicBezTo>
                <a:lnTo>
                  <a:pt x="539889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F155F6-CA48-EC1C-C9E9-47CCC391C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5083" y="2391995"/>
            <a:ext cx="5904056" cy="3174788"/>
          </a:xfrm>
        </p:spPr>
        <p:txBody>
          <a:bodyPr anchor="t">
            <a:normAutofit/>
          </a:bodyPr>
          <a:lstStyle/>
          <a:p>
            <a:r>
              <a:rPr lang="pt-BR" dirty="0"/>
              <a:t>É a parte do componente responsável por exibir os dados e a interface visual (HTML) do seu aplicativo.</a:t>
            </a:r>
          </a:p>
          <a:p>
            <a:br>
              <a:rPr lang="pt-BR" dirty="0"/>
            </a:br>
            <a:r>
              <a:rPr lang="pt-BR" dirty="0"/>
              <a:t>No Angular, o </a:t>
            </a:r>
            <a:r>
              <a:rPr lang="pt-BR" dirty="0" err="1"/>
              <a:t>template</a:t>
            </a:r>
            <a:r>
              <a:rPr lang="pt-BR" dirty="0"/>
              <a:t> conecta o código </a:t>
            </a:r>
            <a:r>
              <a:rPr lang="pt-BR" dirty="0" err="1"/>
              <a:t>TypeScript</a:t>
            </a:r>
            <a:r>
              <a:rPr lang="pt-BR" dirty="0"/>
              <a:t> à tela, permitindo mostrar valores, reagir a eventos e controlar o fluxo da interface.</a:t>
            </a:r>
          </a:p>
        </p:txBody>
      </p:sp>
    </p:spTree>
    <p:extLst>
      <p:ext uri="{BB962C8B-B14F-4D97-AF65-F5344CB8AC3E}">
        <p14:creationId xmlns:p14="http://schemas.microsoft.com/office/powerpoint/2010/main" val="601103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ED152-B76C-DA76-3581-0DD3F7E25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Template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A946A5-75ED-D7FA-1A98-68EA9F4DA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Principais recursos: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Interpolation</a:t>
            </a:r>
            <a:r>
              <a:rPr lang="pt-BR" dirty="0"/>
              <a:t> ({{ }}): mostra valores de variáveis no HTML.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Template</a:t>
            </a:r>
            <a:r>
              <a:rPr lang="pt-BR" dirty="0"/>
              <a:t> </a:t>
            </a:r>
            <a:r>
              <a:rPr lang="pt-BR" dirty="0" err="1"/>
              <a:t>Statements</a:t>
            </a:r>
            <a:r>
              <a:rPr lang="pt-BR" dirty="0"/>
              <a:t>: executam ações em resposta a eventos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pt-BR" dirty="0" err="1"/>
              <a:t>ex</a:t>
            </a:r>
            <a:r>
              <a:rPr lang="pt-BR" dirty="0"/>
              <a:t>: (click)="</a:t>
            </a:r>
            <a:r>
              <a:rPr lang="pt-BR" dirty="0" err="1"/>
              <a:t>fazerAlgo</a:t>
            </a:r>
            <a:r>
              <a:rPr lang="pt-BR" dirty="0"/>
              <a:t>()".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Property</a:t>
            </a:r>
            <a:r>
              <a:rPr lang="pt-BR" dirty="0"/>
              <a:t> &amp; Event </a:t>
            </a:r>
            <a:r>
              <a:rPr lang="pt-BR" dirty="0" err="1"/>
              <a:t>Binding</a:t>
            </a:r>
            <a:r>
              <a:rPr lang="pt-BR" dirty="0"/>
              <a:t>: conectam propriedades e eventos entre o HTML e o componente.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Template</a:t>
            </a:r>
            <a:r>
              <a:rPr lang="pt-BR" dirty="0"/>
              <a:t> </a:t>
            </a:r>
            <a:r>
              <a:rPr lang="pt-BR" dirty="0" err="1"/>
              <a:t>Reference</a:t>
            </a:r>
            <a:r>
              <a:rPr lang="pt-BR" dirty="0"/>
              <a:t> </a:t>
            </a:r>
            <a:r>
              <a:rPr lang="pt-BR" dirty="0" err="1"/>
              <a:t>Variables</a:t>
            </a:r>
            <a:r>
              <a:rPr lang="pt-BR" dirty="0"/>
              <a:t> (#var): permitem acessar elementos ou diretivas do </a:t>
            </a:r>
            <a:r>
              <a:rPr lang="pt-BR" dirty="0" err="1"/>
              <a:t>template</a:t>
            </a:r>
            <a:r>
              <a:rPr lang="pt-B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Control</a:t>
            </a:r>
            <a:r>
              <a:rPr lang="pt-BR" dirty="0"/>
              <a:t> Flow: estruturas como @if, @for, @switch para controle de lógica no HTML.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Deferrable</a:t>
            </a:r>
            <a:r>
              <a:rPr lang="pt-BR" dirty="0"/>
              <a:t> </a:t>
            </a:r>
            <a:r>
              <a:rPr lang="pt-BR" dirty="0" err="1"/>
              <a:t>Views</a:t>
            </a:r>
            <a:r>
              <a:rPr lang="pt-BR" dirty="0"/>
              <a:t>: carregam partes do </a:t>
            </a:r>
            <a:r>
              <a:rPr lang="pt-BR" dirty="0" err="1"/>
              <a:t>template</a:t>
            </a:r>
            <a:r>
              <a:rPr lang="pt-BR" dirty="0"/>
              <a:t> sob demanda, melhorando desempenho.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9861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3746A-4D00-75BD-E4E3-42059A5C4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Interpolation</a:t>
            </a:r>
            <a:r>
              <a:rPr lang="pt-BR" dirty="0"/>
              <a:t> ({{ }})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D9C8EF-3B76-9D7C-A03A-C295F5B62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Mostra valores de variáveis diretamente no HTML.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Se no componente estiver nome = 'Jonas', o resultado será: </a:t>
            </a:r>
            <a:r>
              <a:rPr lang="pt-BR" b="1" dirty="0"/>
              <a:t>Olá, Jonas!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0E116C3-AEEE-E770-B857-28E14C213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2647950"/>
            <a:ext cx="4276725" cy="195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9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72F6B-2CFE-16E4-59B8-699C2A36C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Template</a:t>
            </a:r>
            <a:r>
              <a:rPr lang="pt-BR" dirty="0"/>
              <a:t> </a:t>
            </a:r>
            <a:r>
              <a:rPr lang="pt-BR" dirty="0" err="1"/>
              <a:t>Statements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94E739-B365-992B-5A57-FEE9881B1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Executam ações em resposta a eventos (como cliques).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No componente: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5813F55-5A2B-6DFE-DFDA-1400E27AD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29046"/>
            <a:ext cx="5552051" cy="183817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5E01A5F-9839-43CC-17BD-76F18A884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4780517"/>
            <a:ext cx="2420563" cy="195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780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FB7F0-02A3-4D22-BEE2-CDE31B9E2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Property</a:t>
            </a:r>
            <a:r>
              <a:rPr lang="pt-BR" dirty="0"/>
              <a:t> &amp; Event </a:t>
            </a:r>
            <a:r>
              <a:rPr lang="pt-BR" dirty="0" err="1"/>
              <a:t>Binding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289496-4E88-A819-739D-47B99C5BA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Conectam propriedades e eventos entre o HTML e o componente.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en-US" dirty="0"/>
              <a:t>[</a:t>
            </a:r>
            <a:r>
              <a:rPr lang="en-US" dirty="0" err="1"/>
              <a:t>src</a:t>
            </a:r>
            <a:r>
              <a:rPr lang="en-US" dirty="0"/>
              <a:t>] → Property Binding </a:t>
            </a:r>
          </a:p>
          <a:p>
            <a:r>
              <a:rPr lang="en-US" dirty="0"/>
              <a:t>(load) → Event Binding</a:t>
            </a:r>
            <a:endParaRPr lang="pt-BR" dirty="0"/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84A2153-FF6E-40FD-28F4-A0224F2B6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32375"/>
            <a:ext cx="7448550" cy="206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498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8338C-E59B-89B0-C707-00105587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Template</a:t>
            </a:r>
            <a:r>
              <a:rPr lang="pt-BR" b="1" dirty="0"/>
              <a:t> </a:t>
            </a:r>
            <a:r>
              <a:rPr lang="pt-BR" b="1" dirty="0" err="1"/>
              <a:t>Reference</a:t>
            </a:r>
            <a:r>
              <a:rPr lang="pt-BR" b="1" dirty="0"/>
              <a:t> </a:t>
            </a:r>
            <a:r>
              <a:rPr lang="pt-BR" b="1" dirty="0" err="1"/>
              <a:t>Variables</a:t>
            </a:r>
            <a:r>
              <a:rPr lang="pt-BR" b="1" dirty="0"/>
              <a:t> (#var)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4F1F11-1B3A-0EFC-0BDF-181409CF5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Permitem acessar elementos ou diretivas do </a:t>
            </a:r>
            <a:r>
              <a:rPr lang="pt-BR" dirty="0" err="1"/>
              <a:t>template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No componente: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598727-98C7-ED79-D911-689508ABA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2571072"/>
            <a:ext cx="6410325" cy="129607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789B61F-1DAF-9D09-29A2-AE8DCAF59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4512917"/>
            <a:ext cx="3718979" cy="185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76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C9DE6-4C37-82CC-8404-5BEE397CB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(@if, @for, @switch)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CE7481-DB09-6907-1086-D348945CE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Controla o que é exibido na tela.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13D4AB1-D504-EE80-181C-90974D093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90958"/>
            <a:ext cx="4355909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748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C3E7A-2D18-6022-009E-6721374F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63D9D-0FF2-0802-87C2-9411C95DA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42925"/>
            <a:ext cx="6543674" cy="1461249"/>
          </a:xfrm>
        </p:spPr>
        <p:txBody>
          <a:bodyPr anchor="ctr">
            <a:normAutofit/>
          </a:bodyPr>
          <a:lstStyle/>
          <a:p>
            <a:r>
              <a:rPr lang="pt-BR" sz="4400"/>
              <a:t>Introdução ao Angular</a:t>
            </a:r>
          </a:p>
        </p:txBody>
      </p:sp>
      <p:pic>
        <p:nvPicPr>
          <p:cNvPr id="1026" name="Picture 2" descr="Angular.dev : r/Angular2">
            <a:extLst>
              <a:ext uri="{FF2B5EF4-FFF2-40B4-BE49-F238E27FC236}">
                <a16:creationId xmlns:a16="http://schemas.microsoft.com/office/drawing/2014/main" id="{9BBB897E-95C9-77E2-808A-D3D18DF63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26" b="11675"/>
          <a:stretch/>
        </p:blipFill>
        <p:spPr bwMode="auto">
          <a:xfrm>
            <a:off x="20" y="2140698"/>
            <a:ext cx="12191980" cy="4717302"/>
          </a:xfrm>
          <a:custGeom>
            <a:avLst/>
            <a:gdLst/>
            <a:ahLst/>
            <a:cxnLst/>
            <a:rect l="l" t="t" r="r" b="b"/>
            <a:pathLst>
              <a:path w="12192000" h="4717302">
                <a:moveTo>
                  <a:pt x="4545624" y="203817"/>
                </a:moveTo>
                <a:cubicBezTo>
                  <a:pt x="4760432" y="212378"/>
                  <a:pt x="4978404" y="270695"/>
                  <a:pt x="5197345" y="381665"/>
                </a:cubicBezTo>
                <a:cubicBezTo>
                  <a:pt x="5469063" y="519380"/>
                  <a:pt x="5697157" y="768676"/>
                  <a:pt x="5904467" y="1003103"/>
                </a:cubicBezTo>
                <a:cubicBezTo>
                  <a:pt x="6460267" y="1631811"/>
                  <a:pt x="7148441" y="1649803"/>
                  <a:pt x="7799404" y="1324958"/>
                </a:cubicBezTo>
                <a:cubicBezTo>
                  <a:pt x="8261577" y="1093435"/>
                  <a:pt x="8699978" y="808698"/>
                  <a:pt x="9177500" y="617080"/>
                </a:cubicBezTo>
                <a:cubicBezTo>
                  <a:pt x="10214180" y="198893"/>
                  <a:pt x="11218758" y="217816"/>
                  <a:pt x="12105586" y="813997"/>
                </a:cubicBezTo>
                <a:lnTo>
                  <a:pt x="12192000" y="876736"/>
                </a:lnTo>
                <a:lnTo>
                  <a:pt x="12192000" y="4717302"/>
                </a:lnTo>
                <a:lnTo>
                  <a:pt x="0" y="4717302"/>
                </a:lnTo>
                <a:lnTo>
                  <a:pt x="0" y="1347411"/>
                </a:lnTo>
                <a:lnTo>
                  <a:pt x="67985" y="1306589"/>
                </a:lnTo>
                <a:cubicBezTo>
                  <a:pt x="399959" y="1135764"/>
                  <a:pt x="748383" y="1140050"/>
                  <a:pt x="1114543" y="1215577"/>
                </a:cubicBezTo>
                <a:cubicBezTo>
                  <a:pt x="1512811" y="1297442"/>
                  <a:pt x="1920266" y="1359021"/>
                  <a:pt x="2324754" y="1365710"/>
                </a:cubicBezTo>
                <a:cubicBezTo>
                  <a:pt x="2699664" y="1371691"/>
                  <a:pt x="2952864" y="1090973"/>
                  <a:pt x="3197198" y="838924"/>
                </a:cubicBezTo>
                <a:cubicBezTo>
                  <a:pt x="3615781" y="406968"/>
                  <a:pt x="4073046" y="184983"/>
                  <a:pt x="4545624" y="203817"/>
                </a:cubicBezTo>
                <a:close/>
                <a:moveTo>
                  <a:pt x="2293086" y="102715"/>
                </a:moveTo>
                <a:cubicBezTo>
                  <a:pt x="2467546" y="91895"/>
                  <a:pt x="2639764" y="184257"/>
                  <a:pt x="2722654" y="350616"/>
                </a:cubicBezTo>
                <a:cubicBezTo>
                  <a:pt x="2833176" y="572429"/>
                  <a:pt x="2743044" y="841796"/>
                  <a:pt x="2521340" y="952264"/>
                </a:cubicBezTo>
                <a:cubicBezTo>
                  <a:pt x="2465913" y="979881"/>
                  <a:pt x="2407510" y="994953"/>
                  <a:pt x="2349358" y="998559"/>
                </a:cubicBezTo>
                <a:cubicBezTo>
                  <a:pt x="2174899" y="1009379"/>
                  <a:pt x="2002682" y="917016"/>
                  <a:pt x="1919790" y="750657"/>
                </a:cubicBezTo>
                <a:cubicBezTo>
                  <a:pt x="1809268" y="528844"/>
                  <a:pt x="1899400" y="259477"/>
                  <a:pt x="2121104" y="149010"/>
                </a:cubicBezTo>
                <a:cubicBezTo>
                  <a:pt x="2176531" y="121393"/>
                  <a:pt x="2234933" y="106322"/>
                  <a:pt x="2293086" y="102715"/>
                </a:cubicBezTo>
                <a:close/>
                <a:moveTo>
                  <a:pt x="3233525" y="424"/>
                </a:moveTo>
                <a:cubicBezTo>
                  <a:pt x="3319824" y="-4928"/>
                  <a:pt x="3405013" y="40760"/>
                  <a:pt x="3446016" y="123053"/>
                </a:cubicBezTo>
                <a:cubicBezTo>
                  <a:pt x="3500689" y="232777"/>
                  <a:pt x="3456103" y="366023"/>
                  <a:pt x="3346432" y="420668"/>
                </a:cubicBezTo>
                <a:cubicBezTo>
                  <a:pt x="3319014" y="434329"/>
                  <a:pt x="3290125" y="441785"/>
                  <a:pt x="3261358" y="443568"/>
                </a:cubicBezTo>
                <a:cubicBezTo>
                  <a:pt x="3175059" y="448921"/>
                  <a:pt x="3089870" y="403232"/>
                  <a:pt x="3048866" y="320940"/>
                </a:cubicBezTo>
                <a:cubicBezTo>
                  <a:pt x="2994194" y="211215"/>
                  <a:pt x="3038779" y="77969"/>
                  <a:pt x="3148451" y="23324"/>
                </a:cubicBezTo>
                <a:cubicBezTo>
                  <a:pt x="3175869" y="9663"/>
                  <a:pt x="3204758" y="2208"/>
                  <a:pt x="3233525" y="42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C9AC429-B77B-20B6-59C2-76EA50A5486E}"/>
              </a:ext>
            </a:extLst>
          </p:cNvPr>
          <p:cNvSpPr txBox="1"/>
          <p:nvPr/>
        </p:nvSpPr>
        <p:spPr>
          <a:xfrm>
            <a:off x="8509630" y="6174995"/>
            <a:ext cx="3682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Professor Jonas Bernardino</a:t>
            </a:r>
          </a:p>
          <a:p>
            <a:r>
              <a:rPr lang="pt-BR" sz="1400" dirty="0">
                <a:solidFill>
                  <a:schemeClr val="bg1"/>
                </a:solidFill>
              </a:rPr>
              <a:t>Desenvolvedor Sênior e Mestrando em TI</a:t>
            </a:r>
          </a:p>
        </p:txBody>
      </p:sp>
      <p:pic>
        <p:nvPicPr>
          <p:cNvPr id="5" name="Picture 2" descr="Nenhuma descrição de foto disponível.">
            <a:extLst>
              <a:ext uri="{FF2B5EF4-FFF2-40B4-BE49-F238E27FC236}">
                <a16:creationId xmlns:a16="http://schemas.microsoft.com/office/drawing/2014/main" id="{A70010FF-E5FC-5AAA-D4AD-480BF0EFF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2895" y="228955"/>
            <a:ext cx="1371243" cy="137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1760203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B095A1D234024AAC8595A4180DB91E" ma:contentTypeVersion="3" ma:contentTypeDescription="Crie um novo documento." ma:contentTypeScope="" ma:versionID="c402fa6f60c974bbe0270f1b87d3b5ec">
  <xsd:schema xmlns:xsd="http://www.w3.org/2001/XMLSchema" xmlns:xs="http://www.w3.org/2001/XMLSchema" xmlns:p="http://schemas.microsoft.com/office/2006/metadata/properties" xmlns:ns2="01c6fe5e-e852-430e-9a6a-0e62523b7bea" targetNamespace="http://schemas.microsoft.com/office/2006/metadata/properties" ma:root="true" ma:fieldsID="ca95d9ffa8702d902b99b704e8887bcc" ns2:_="">
    <xsd:import namespace="01c6fe5e-e852-430e-9a6a-0e62523b7b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6fe5e-e852-430e-9a6a-0e62523b7b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155A63-EAC5-4E10-A8A7-00BD0DFFFA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E38016C-1B54-4B22-9158-DB3F4901C9A5}">
  <ds:schemaRefs>
    <ds:schemaRef ds:uri="http://purl.org/dc/dcmitype/"/>
    <ds:schemaRef ds:uri="http://schemas.openxmlformats.org/package/2006/metadata/core-properties"/>
    <ds:schemaRef ds:uri="20a1473d-d7fd-4fd2-a9ad-5f326ce4fe3b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6FA642D-5713-4271-864B-BA098CC6FBC5}"/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296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Avenir Next LT Pro</vt:lpstr>
      <vt:lpstr>Posterama</vt:lpstr>
      <vt:lpstr>SplashVTI</vt:lpstr>
      <vt:lpstr>Introdução ao Angular</vt:lpstr>
      <vt:lpstr>Template</vt:lpstr>
      <vt:lpstr>Template</vt:lpstr>
      <vt:lpstr>Template </vt:lpstr>
      <vt:lpstr>Text Interpolation ({{ }})</vt:lpstr>
      <vt:lpstr>Template Statements</vt:lpstr>
      <vt:lpstr>Property &amp; Event Binding</vt:lpstr>
      <vt:lpstr>Template Reference Variables (#var)</vt:lpstr>
      <vt:lpstr>Control Flow (@if, @for, @switch)</vt:lpstr>
      <vt:lpstr>Introdução ao Angular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Bernardino de Lima</dc:creator>
  <cp:lastModifiedBy>Jonas Bernardino de Lima</cp:lastModifiedBy>
  <cp:revision>13</cp:revision>
  <dcterms:created xsi:type="dcterms:W3CDTF">2024-10-23T01:57:04Z</dcterms:created>
  <dcterms:modified xsi:type="dcterms:W3CDTF">2025-10-31T20:05:32Z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0x010100F8B095A1D234024AAC8595A4180DB91E</vt:lpwstr>
  </property>
</Properties>
</file>